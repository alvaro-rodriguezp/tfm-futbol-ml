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70F1D3-B57E-433F-9AC5-B117ECC1F686}" v="3" dt="2026-09-19T19:15:31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7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94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aro Rodriguez" userId="f95dca70b71a0786" providerId="LiveId" clId="{351B9856-7D42-4B59-8422-ED645EB4934A}"/>
    <pc:docChg chg="custSel modSld">
      <pc:chgData name="Alvaro Rodriguez" userId="f95dca70b71a0786" providerId="LiveId" clId="{351B9856-7D42-4B59-8422-ED645EB4934A}" dt="2026-09-19T20:20:28.166" v="159" actId="478"/>
      <pc:docMkLst>
        <pc:docMk/>
      </pc:docMkLst>
      <pc:sldChg chg="addSp delSp modSp mod modTransition delAnim modAnim">
        <pc:chgData name="Alvaro Rodriguez" userId="f95dca70b71a0786" providerId="LiveId" clId="{351B9856-7D42-4B59-8422-ED645EB4934A}" dt="2026-09-19T20:20:06.288" v="145" actId="478"/>
        <pc:sldMkLst>
          <pc:docMk/>
          <pc:sldMk cId="0" sldId="256"/>
        </pc:sldMkLst>
        <pc:picChg chg="add del mod ord">
          <ac:chgData name="Alvaro Rodriguez" userId="f95dca70b71a0786" providerId="LiveId" clId="{351B9856-7D42-4B59-8422-ED645EB4934A}" dt="2026-09-19T19:19:46.207" v="6"/>
          <ac:picMkLst>
            <pc:docMk/>
            <pc:sldMk cId="0" sldId="256"/>
            <ac:picMk id="7" creationId="{F1787197-D310-3B79-A5CB-A6C3773CE4B1}"/>
          </ac:picMkLst>
        </pc:picChg>
        <pc:picChg chg="add del mod">
          <ac:chgData name="Alvaro Rodriguez" userId="f95dca70b71a0786" providerId="LiveId" clId="{351B9856-7D42-4B59-8422-ED645EB4934A}" dt="2026-09-19T19:15:27.703" v="2"/>
          <ac:picMkLst>
            <pc:docMk/>
            <pc:sldMk cId="0" sldId="256"/>
            <ac:picMk id="8" creationId="{254E0C0B-3A1D-B5DB-BB28-AE00790DDAB6}"/>
          </ac:picMkLst>
        </pc:picChg>
        <pc:picChg chg="add del mod">
          <ac:chgData name="Alvaro Rodriguez" userId="f95dca70b71a0786" providerId="LiveId" clId="{351B9856-7D42-4B59-8422-ED645EB4934A}" dt="2026-09-19T19:19:53.092" v="8"/>
          <ac:picMkLst>
            <pc:docMk/>
            <pc:sldMk cId="0" sldId="256"/>
            <ac:picMk id="8" creationId="{3C57326B-A64A-D6B2-C5F6-3B7749B3D808}"/>
          </ac:picMkLst>
        </pc:picChg>
        <pc:picChg chg="add del mod ord">
          <ac:chgData name="Alvaro Rodriguez" userId="f95dca70b71a0786" providerId="LiveId" clId="{351B9856-7D42-4B59-8422-ED645EB4934A}" dt="2026-09-19T19:15:31.245" v="3"/>
          <ac:picMkLst>
            <pc:docMk/>
            <pc:sldMk cId="0" sldId="256"/>
            <ac:picMk id="11" creationId="{2AE785E8-4DBE-F030-D35D-E148E172EFA0}"/>
          </ac:picMkLst>
        </pc:picChg>
        <pc:picChg chg="add del mod ord">
          <ac:chgData name="Alvaro Rodriguez" userId="f95dca70b71a0786" providerId="LiveId" clId="{351B9856-7D42-4B59-8422-ED645EB4934A}" dt="2026-09-19T19:20:08.238" v="9"/>
          <ac:picMkLst>
            <pc:docMk/>
            <pc:sldMk cId="0" sldId="256"/>
            <ac:picMk id="11" creationId="{8A5C40F2-F30F-FE95-E16C-98F0EF4FDC33}"/>
          </ac:picMkLst>
        </pc:picChg>
        <pc:picChg chg="add del mod">
          <ac:chgData name="Alvaro Rodriguez" userId="f95dca70b71a0786" providerId="LiveId" clId="{351B9856-7D42-4B59-8422-ED645EB4934A}" dt="2026-09-19T19:19:10.780" v="5"/>
          <ac:picMkLst>
            <pc:docMk/>
            <pc:sldMk cId="0" sldId="256"/>
            <ac:picMk id="12" creationId="{1C020552-B698-4CDF-1548-C141406BA623}"/>
          </ac:picMkLst>
        </pc:picChg>
        <pc:picChg chg="add del mod">
          <ac:chgData name="Alvaro Rodriguez" userId="f95dca70b71a0786" providerId="LiveId" clId="{351B9856-7D42-4B59-8422-ED645EB4934A}" dt="2026-09-19T19:21:17.204" v="13"/>
          <ac:picMkLst>
            <pc:docMk/>
            <pc:sldMk cId="0" sldId="256"/>
            <ac:picMk id="13" creationId="{F6502E81-650D-84F9-40FC-291ED444BF1F}"/>
          </ac:picMkLst>
        </pc:picChg>
        <pc:picChg chg="add del mod ord">
          <ac:chgData name="Alvaro Rodriguez" userId="f95dca70b71a0786" providerId="LiveId" clId="{351B9856-7D42-4B59-8422-ED645EB4934A}" dt="2026-09-19T19:21:38.340" v="14"/>
          <ac:picMkLst>
            <pc:docMk/>
            <pc:sldMk cId="0" sldId="256"/>
            <ac:picMk id="15" creationId="{E8A6E862-5BB0-2391-5D0A-0EC0C14C78D6}"/>
          </ac:picMkLst>
        </pc:picChg>
        <pc:picChg chg="add del mod">
          <ac:chgData name="Alvaro Rodriguez" userId="f95dca70b71a0786" providerId="LiveId" clId="{351B9856-7D42-4B59-8422-ED645EB4934A}" dt="2026-09-19T19:22:03.993" v="17"/>
          <ac:picMkLst>
            <pc:docMk/>
            <pc:sldMk cId="0" sldId="256"/>
            <ac:picMk id="16" creationId="{16D8E076-3B43-EBFC-EBEC-2C5E726BE937}"/>
          </ac:picMkLst>
        </pc:picChg>
        <pc:picChg chg="add del mod ord">
          <ac:chgData name="Alvaro Rodriguez" userId="f95dca70b71a0786" providerId="LiveId" clId="{351B9856-7D42-4B59-8422-ED645EB4934A}" dt="2026-09-19T19:23:10.854" v="18"/>
          <ac:picMkLst>
            <pc:docMk/>
            <pc:sldMk cId="0" sldId="256"/>
            <ac:picMk id="18" creationId="{F6D5E8C0-0385-A096-C697-DE15FAFC4331}"/>
          </ac:picMkLst>
        </pc:picChg>
        <pc:picChg chg="add del mod">
          <ac:chgData name="Alvaro Rodriguez" userId="f95dca70b71a0786" providerId="LiveId" clId="{351B9856-7D42-4B59-8422-ED645EB4934A}" dt="2026-09-19T19:23:33.013" v="21"/>
          <ac:picMkLst>
            <pc:docMk/>
            <pc:sldMk cId="0" sldId="256"/>
            <ac:picMk id="19" creationId="{1D87139D-D5F6-8E38-FE3A-7050277A3DA0}"/>
          </ac:picMkLst>
        </pc:picChg>
        <pc:picChg chg="add del mod ord">
          <ac:chgData name="Alvaro Rodriguez" userId="f95dca70b71a0786" providerId="LiveId" clId="{351B9856-7D42-4B59-8422-ED645EB4934A}" dt="2026-09-19T19:24:48.090" v="22"/>
          <ac:picMkLst>
            <pc:docMk/>
            <pc:sldMk cId="0" sldId="256"/>
            <ac:picMk id="21" creationId="{8ECD889B-4408-1820-846B-A49431B8F4BF}"/>
          </ac:picMkLst>
        </pc:picChg>
        <pc:picChg chg="add del mod">
          <ac:chgData name="Alvaro Rodriguez" userId="f95dca70b71a0786" providerId="LiveId" clId="{351B9856-7D42-4B59-8422-ED645EB4934A}" dt="2026-09-19T19:25:03.106" v="25"/>
          <ac:picMkLst>
            <pc:docMk/>
            <pc:sldMk cId="0" sldId="256"/>
            <ac:picMk id="22" creationId="{A561C085-4C13-BC71-66F7-C1C589CB333F}"/>
          </ac:picMkLst>
        </pc:picChg>
        <pc:picChg chg="add del mod ord">
          <ac:chgData name="Alvaro Rodriguez" userId="f95dca70b71a0786" providerId="LiveId" clId="{351B9856-7D42-4B59-8422-ED645EB4934A}" dt="2026-09-19T19:25:32.371" v="26"/>
          <ac:picMkLst>
            <pc:docMk/>
            <pc:sldMk cId="0" sldId="256"/>
            <ac:picMk id="24" creationId="{4B2093A8-9472-3CD3-0849-EEF7F5CDC8A9}"/>
          </ac:picMkLst>
        </pc:picChg>
        <pc:picChg chg="add del mod">
          <ac:chgData name="Alvaro Rodriguez" userId="f95dca70b71a0786" providerId="LiveId" clId="{351B9856-7D42-4B59-8422-ED645EB4934A}" dt="2026-09-19T19:25:40.585" v="29"/>
          <ac:picMkLst>
            <pc:docMk/>
            <pc:sldMk cId="0" sldId="256"/>
            <ac:picMk id="25" creationId="{E259C3FC-CC33-481D-7617-9EC38FE32F91}"/>
          </ac:picMkLst>
        </pc:picChg>
        <pc:picChg chg="add del mod ord">
          <ac:chgData name="Alvaro Rodriguez" userId="f95dca70b71a0786" providerId="LiveId" clId="{351B9856-7D42-4B59-8422-ED645EB4934A}" dt="2026-09-19T19:25:48.861" v="30"/>
          <ac:picMkLst>
            <pc:docMk/>
            <pc:sldMk cId="0" sldId="256"/>
            <ac:picMk id="27" creationId="{28E4D34E-89B8-E1B0-4471-3802EDC93E77}"/>
          </ac:picMkLst>
        </pc:picChg>
        <pc:picChg chg="add del mod">
          <ac:chgData name="Alvaro Rodriguez" userId="f95dca70b71a0786" providerId="LiveId" clId="{351B9856-7D42-4B59-8422-ED645EB4934A}" dt="2026-09-19T19:25:55.809" v="32"/>
          <ac:picMkLst>
            <pc:docMk/>
            <pc:sldMk cId="0" sldId="256"/>
            <ac:picMk id="28" creationId="{6ED2A212-2B79-082A-D8AE-AE773E69E797}"/>
          </ac:picMkLst>
        </pc:picChg>
        <pc:picChg chg="add del mod ord">
          <ac:chgData name="Alvaro Rodriguez" userId="f95dca70b71a0786" providerId="LiveId" clId="{351B9856-7D42-4B59-8422-ED645EB4934A}" dt="2026-09-19T19:26:48.677" v="33"/>
          <ac:picMkLst>
            <pc:docMk/>
            <pc:sldMk cId="0" sldId="256"/>
            <ac:picMk id="31" creationId="{EA39545D-5C73-1766-883A-03CB3B4B4483}"/>
          </ac:picMkLst>
        </pc:picChg>
        <pc:picChg chg="add del mod">
          <ac:chgData name="Alvaro Rodriguez" userId="f95dca70b71a0786" providerId="LiveId" clId="{351B9856-7D42-4B59-8422-ED645EB4934A}" dt="2026-09-19T19:27:03.637" v="35"/>
          <ac:picMkLst>
            <pc:docMk/>
            <pc:sldMk cId="0" sldId="256"/>
            <ac:picMk id="32" creationId="{357CE104-3757-718E-2B6F-793C8D009CFC}"/>
          </ac:picMkLst>
        </pc:picChg>
        <pc:picChg chg="add del mod ord">
          <ac:chgData name="Alvaro Rodriguez" userId="f95dca70b71a0786" providerId="LiveId" clId="{351B9856-7D42-4B59-8422-ED645EB4934A}" dt="2026-09-19T19:27:07.613" v="36"/>
          <ac:picMkLst>
            <pc:docMk/>
            <pc:sldMk cId="0" sldId="256"/>
            <ac:picMk id="34" creationId="{B7A4D8F4-56C1-3A6D-BFD6-A96DBECA9525}"/>
          </ac:picMkLst>
        </pc:picChg>
        <pc:picChg chg="add del mod">
          <ac:chgData name="Alvaro Rodriguez" userId="f95dca70b71a0786" providerId="LiveId" clId="{351B9856-7D42-4B59-8422-ED645EB4934A}" dt="2026-09-19T19:27:14.658" v="39"/>
          <ac:picMkLst>
            <pc:docMk/>
            <pc:sldMk cId="0" sldId="256"/>
            <ac:picMk id="35" creationId="{1FB82DBF-EF7C-420F-1990-B4ED143F0513}"/>
          </ac:picMkLst>
        </pc:picChg>
        <pc:picChg chg="add del mod ord">
          <ac:chgData name="Alvaro Rodriguez" userId="f95dca70b71a0786" providerId="LiveId" clId="{351B9856-7D42-4B59-8422-ED645EB4934A}" dt="2026-09-19T19:35:30.409" v="40"/>
          <ac:picMkLst>
            <pc:docMk/>
            <pc:sldMk cId="0" sldId="256"/>
            <ac:picMk id="38" creationId="{F44938DC-CBBC-3235-648B-AB84CFD5DBB0}"/>
          </ac:picMkLst>
        </pc:picChg>
        <pc:picChg chg="add del mod">
          <ac:chgData name="Alvaro Rodriguez" userId="f95dca70b71a0786" providerId="LiveId" clId="{351B9856-7D42-4B59-8422-ED645EB4934A}" dt="2026-09-19T19:36:37.248" v="56"/>
          <ac:picMkLst>
            <pc:docMk/>
            <pc:sldMk cId="0" sldId="256"/>
            <ac:picMk id="39" creationId="{34007E67-28C7-BE5C-9D31-0E0AD569F395}"/>
          </ac:picMkLst>
        </pc:picChg>
        <pc:picChg chg="add del mod ord">
          <ac:chgData name="Alvaro Rodriguez" userId="f95dca70b71a0786" providerId="LiveId" clId="{351B9856-7D42-4B59-8422-ED645EB4934A}" dt="2026-09-19T19:42:51.369" v="57"/>
          <ac:picMkLst>
            <pc:docMk/>
            <pc:sldMk cId="0" sldId="256"/>
            <ac:picMk id="41" creationId="{C2BE6F30-C44B-0464-9E5D-32D751C30F15}"/>
          </ac:picMkLst>
        </pc:picChg>
        <pc:picChg chg="add del mod">
          <ac:chgData name="Alvaro Rodriguez" userId="f95dca70b71a0786" providerId="LiveId" clId="{351B9856-7D42-4B59-8422-ED645EB4934A}" dt="2026-09-19T19:44:21.930" v="73"/>
          <ac:picMkLst>
            <pc:docMk/>
            <pc:sldMk cId="0" sldId="256"/>
            <ac:picMk id="42" creationId="{92165DE7-68B0-A277-70A7-DFBF12C4A031}"/>
          </ac:picMkLst>
        </pc:picChg>
        <pc:picChg chg="add del mod ord">
          <ac:chgData name="Alvaro Rodriguez" userId="f95dca70b71a0786" providerId="LiveId" clId="{351B9856-7D42-4B59-8422-ED645EB4934A}" dt="2026-09-19T19:49:22.401" v="74"/>
          <ac:picMkLst>
            <pc:docMk/>
            <pc:sldMk cId="0" sldId="256"/>
            <ac:picMk id="43" creationId="{FA78B763-F51A-4810-6901-0C2F238EDD27}"/>
          </ac:picMkLst>
        </pc:picChg>
        <pc:picChg chg="add del mod">
          <ac:chgData name="Alvaro Rodriguez" userId="f95dca70b71a0786" providerId="LiveId" clId="{351B9856-7D42-4B59-8422-ED645EB4934A}" dt="2026-09-19T19:50:26.336" v="90"/>
          <ac:picMkLst>
            <pc:docMk/>
            <pc:sldMk cId="0" sldId="256"/>
            <ac:picMk id="44" creationId="{FA086D1A-839D-BCFD-755D-4A1F6C2C06CB}"/>
          </ac:picMkLst>
        </pc:picChg>
        <pc:picChg chg="add del mod ord">
          <ac:chgData name="Alvaro Rodriguez" userId="f95dca70b71a0786" providerId="LiveId" clId="{351B9856-7D42-4B59-8422-ED645EB4934A}" dt="2026-09-19T19:54:49.007" v="91"/>
          <ac:picMkLst>
            <pc:docMk/>
            <pc:sldMk cId="0" sldId="256"/>
            <ac:picMk id="46" creationId="{F3B6EC19-8DE3-16B3-0E20-DC10D19D87FC}"/>
          </ac:picMkLst>
        </pc:picChg>
        <pc:picChg chg="add del mod">
          <ac:chgData name="Alvaro Rodriguez" userId="f95dca70b71a0786" providerId="LiveId" clId="{351B9856-7D42-4B59-8422-ED645EB4934A}" dt="2026-09-19T19:54:51.419" v="107"/>
          <ac:picMkLst>
            <pc:docMk/>
            <pc:sldMk cId="0" sldId="256"/>
            <ac:picMk id="47" creationId="{DC8A9189-2D47-DA78-4B1C-4C55DA49CD79}"/>
          </ac:picMkLst>
        </pc:picChg>
        <pc:picChg chg="add del mod ord">
          <ac:chgData name="Alvaro Rodriguez" userId="f95dca70b71a0786" providerId="LiveId" clId="{351B9856-7D42-4B59-8422-ED645EB4934A}" dt="2026-09-19T19:55:39.857" v="108"/>
          <ac:picMkLst>
            <pc:docMk/>
            <pc:sldMk cId="0" sldId="256"/>
            <ac:picMk id="48" creationId="{9A2C21DF-4706-3586-4FE9-1E1E914C48E1}"/>
          </ac:picMkLst>
        </pc:picChg>
        <pc:picChg chg="add del mod">
          <ac:chgData name="Alvaro Rodriguez" userId="f95dca70b71a0786" providerId="LiveId" clId="{351B9856-7D42-4B59-8422-ED645EB4934A}" dt="2026-09-19T19:55:54.943" v="111"/>
          <ac:picMkLst>
            <pc:docMk/>
            <pc:sldMk cId="0" sldId="256"/>
            <ac:picMk id="49" creationId="{7B388568-6BDC-C242-CC1D-F34DCE12DD5E}"/>
          </ac:picMkLst>
        </pc:picChg>
        <pc:picChg chg="add del mod ord">
          <ac:chgData name="Alvaro Rodriguez" userId="f95dca70b71a0786" providerId="LiveId" clId="{351B9856-7D42-4B59-8422-ED645EB4934A}" dt="2026-09-19T20:01:01.550" v="112"/>
          <ac:picMkLst>
            <pc:docMk/>
            <pc:sldMk cId="0" sldId="256"/>
            <ac:picMk id="50" creationId="{4A190014-ACCF-827E-29A1-8D8B9FF0836D}"/>
          </ac:picMkLst>
        </pc:picChg>
        <pc:picChg chg="add del mod">
          <ac:chgData name="Alvaro Rodriguez" userId="f95dca70b71a0786" providerId="LiveId" clId="{351B9856-7D42-4B59-8422-ED645EB4934A}" dt="2026-09-19T20:02:44.150" v="128"/>
          <ac:picMkLst>
            <pc:docMk/>
            <pc:sldMk cId="0" sldId="256"/>
            <ac:picMk id="51" creationId="{1701A57C-F929-D615-D6C5-360B17AECF5B}"/>
          </ac:picMkLst>
        </pc:picChg>
        <pc:picChg chg="add del mod ord">
          <ac:chgData name="Alvaro Rodriguez" userId="f95dca70b71a0786" providerId="LiveId" clId="{351B9856-7D42-4B59-8422-ED645EB4934A}" dt="2026-09-19T20:05:59.147" v="129"/>
          <ac:picMkLst>
            <pc:docMk/>
            <pc:sldMk cId="0" sldId="256"/>
            <ac:picMk id="53" creationId="{D87E1D13-163F-DE6A-37B2-CFE4E60BE8C9}"/>
          </ac:picMkLst>
        </pc:picChg>
        <pc:picChg chg="add del mod">
          <ac:chgData name="Alvaro Rodriguez" userId="f95dca70b71a0786" providerId="LiveId" clId="{351B9856-7D42-4B59-8422-ED645EB4934A}" dt="2026-09-19T20:06:07.243" v="143"/>
          <ac:picMkLst>
            <pc:docMk/>
            <pc:sldMk cId="0" sldId="256"/>
            <ac:picMk id="54" creationId="{317008BF-97AD-A358-0E2E-F1966D55B1B6}"/>
          </ac:picMkLst>
        </pc:picChg>
        <pc:picChg chg="add del mod ord">
          <ac:chgData name="Alvaro Rodriguez" userId="f95dca70b71a0786" providerId="LiveId" clId="{351B9856-7D42-4B59-8422-ED645EB4934A}" dt="2026-09-19T20:11:03.551" v="144"/>
          <ac:picMkLst>
            <pc:docMk/>
            <pc:sldMk cId="0" sldId="256"/>
            <ac:picMk id="55" creationId="{4612F1DB-B135-6B0C-B285-5CC5A77F7D27}"/>
          </ac:picMkLst>
        </pc:picChg>
        <pc:picChg chg="add del mod">
          <ac:chgData name="Alvaro Rodriguez" userId="f95dca70b71a0786" providerId="LiveId" clId="{351B9856-7D42-4B59-8422-ED645EB4934A}" dt="2026-09-19T20:20:06.288" v="145" actId="478"/>
          <ac:picMkLst>
            <pc:docMk/>
            <pc:sldMk cId="0" sldId="256"/>
            <ac:picMk id="56" creationId="{A7EB30BF-5F37-8C2E-4BF9-4C673958B97D}"/>
          </ac:picMkLst>
        </pc:picChg>
      </pc:sldChg>
      <pc:sldChg chg="addSp delSp modSp mod modTransition delAnim modAnim">
        <pc:chgData name="Alvaro Rodriguez" userId="f95dca70b71a0786" providerId="LiveId" clId="{351B9856-7D42-4B59-8422-ED645EB4934A}" dt="2026-09-19T20:20:09.714" v="146" actId="478"/>
        <pc:sldMkLst>
          <pc:docMk/>
          <pc:sldMk cId="0" sldId="257"/>
        </pc:sldMkLst>
        <pc:picChg chg="add del mod">
          <ac:chgData name="Alvaro Rodriguez" userId="f95dca70b71a0786" providerId="LiveId" clId="{351B9856-7D42-4B59-8422-ED645EB4934A}" dt="2026-09-19T19:21:17.204" v="13"/>
          <ac:picMkLst>
            <pc:docMk/>
            <pc:sldMk cId="0" sldId="257"/>
            <ac:picMk id="26" creationId="{E2F6A2DC-0071-65CB-2D8C-5DC0DCD2336C}"/>
          </ac:picMkLst>
        </pc:picChg>
        <pc:picChg chg="add del mod ord">
          <ac:chgData name="Alvaro Rodriguez" userId="f95dca70b71a0786" providerId="LiveId" clId="{351B9856-7D42-4B59-8422-ED645EB4934A}" dt="2026-09-19T19:21:38.340" v="14"/>
          <ac:picMkLst>
            <pc:docMk/>
            <pc:sldMk cId="0" sldId="257"/>
            <ac:picMk id="28" creationId="{9B1A734F-73E3-7A04-D3DF-ED395B94F137}"/>
          </ac:picMkLst>
        </pc:picChg>
        <pc:picChg chg="add del mod">
          <ac:chgData name="Alvaro Rodriguez" userId="f95dca70b71a0786" providerId="LiveId" clId="{351B9856-7D42-4B59-8422-ED645EB4934A}" dt="2026-09-19T19:22:03.993" v="17"/>
          <ac:picMkLst>
            <pc:docMk/>
            <pc:sldMk cId="0" sldId="257"/>
            <ac:picMk id="29" creationId="{60294154-C505-7CCB-6DE1-AAC0664B7434}"/>
          </ac:picMkLst>
        </pc:picChg>
        <pc:picChg chg="add del mod ord">
          <ac:chgData name="Alvaro Rodriguez" userId="f95dca70b71a0786" providerId="LiveId" clId="{351B9856-7D42-4B59-8422-ED645EB4934A}" dt="2026-09-19T19:23:10.854" v="18"/>
          <ac:picMkLst>
            <pc:docMk/>
            <pc:sldMk cId="0" sldId="257"/>
            <ac:picMk id="34" creationId="{AD6DFE0D-5782-1F62-760D-7BB5A56DF3F3}"/>
          </ac:picMkLst>
        </pc:picChg>
        <pc:picChg chg="add del mod">
          <ac:chgData name="Alvaro Rodriguez" userId="f95dca70b71a0786" providerId="LiveId" clId="{351B9856-7D42-4B59-8422-ED645EB4934A}" dt="2026-09-19T19:23:33.013" v="21"/>
          <ac:picMkLst>
            <pc:docMk/>
            <pc:sldMk cId="0" sldId="257"/>
            <ac:picMk id="35" creationId="{0E8451E1-B2FE-DE42-93EF-AFDE3942042B}"/>
          </ac:picMkLst>
        </pc:picChg>
        <pc:picChg chg="add del mod ord">
          <ac:chgData name="Alvaro Rodriguez" userId="f95dca70b71a0786" providerId="LiveId" clId="{351B9856-7D42-4B59-8422-ED645EB4934A}" dt="2026-09-19T19:24:48.090" v="22"/>
          <ac:picMkLst>
            <pc:docMk/>
            <pc:sldMk cId="0" sldId="257"/>
            <ac:picMk id="38" creationId="{82DEE80E-07C4-18AA-586E-0CA1D84AFACF}"/>
          </ac:picMkLst>
        </pc:picChg>
        <pc:picChg chg="add del mod">
          <ac:chgData name="Alvaro Rodriguez" userId="f95dca70b71a0786" providerId="LiveId" clId="{351B9856-7D42-4B59-8422-ED645EB4934A}" dt="2026-09-19T19:25:03.106" v="25"/>
          <ac:picMkLst>
            <pc:docMk/>
            <pc:sldMk cId="0" sldId="257"/>
            <ac:picMk id="39" creationId="{31F10A6F-C291-0A3B-0ED0-C3AEC6F9D747}"/>
          </ac:picMkLst>
        </pc:picChg>
        <pc:picChg chg="add del mod ord">
          <ac:chgData name="Alvaro Rodriguez" userId="f95dca70b71a0786" providerId="LiveId" clId="{351B9856-7D42-4B59-8422-ED645EB4934A}" dt="2026-09-19T19:25:32.371" v="26"/>
          <ac:picMkLst>
            <pc:docMk/>
            <pc:sldMk cId="0" sldId="257"/>
            <ac:picMk id="42" creationId="{0E7F887D-9F64-E8C9-C3A9-20DD7D6D93BA}"/>
          </ac:picMkLst>
        </pc:picChg>
        <pc:picChg chg="add del mod">
          <ac:chgData name="Alvaro Rodriguez" userId="f95dca70b71a0786" providerId="LiveId" clId="{351B9856-7D42-4B59-8422-ED645EB4934A}" dt="2026-09-19T19:25:40.585" v="29"/>
          <ac:picMkLst>
            <pc:docMk/>
            <pc:sldMk cId="0" sldId="257"/>
            <ac:picMk id="43" creationId="{F407C9E0-A0F9-7691-5C2C-4C0039BB6D0D}"/>
          </ac:picMkLst>
        </pc:picChg>
        <pc:picChg chg="add del mod ord">
          <ac:chgData name="Alvaro Rodriguez" userId="f95dca70b71a0786" providerId="LiveId" clId="{351B9856-7D42-4B59-8422-ED645EB4934A}" dt="2026-09-19T19:26:48.677" v="33"/>
          <ac:picMkLst>
            <pc:docMk/>
            <pc:sldMk cId="0" sldId="257"/>
            <ac:picMk id="46" creationId="{E3DF3AEF-19B9-EC65-45F5-338577AC7F16}"/>
          </ac:picMkLst>
        </pc:picChg>
        <pc:picChg chg="add del mod">
          <ac:chgData name="Alvaro Rodriguez" userId="f95dca70b71a0786" providerId="LiveId" clId="{351B9856-7D42-4B59-8422-ED645EB4934A}" dt="2026-09-19T19:27:14.658" v="39"/>
          <ac:picMkLst>
            <pc:docMk/>
            <pc:sldMk cId="0" sldId="257"/>
            <ac:picMk id="47" creationId="{6CD583D2-DC2A-2A9D-B6BA-A4C2E8199EF7}"/>
          </ac:picMkLst>
        </pc:picChg>
        <pc:picChg chg="add del mod ord">
          <ac:chgData name="Alvaro Rodriguez" userId="f95dca70b71a0786" providerId="LiveId" clId="{351B9856-7D42-4B59-8422-ED645EB4934A}" dt="2026-09-19T19:35:30.409" v="40"/>
          <ac:picMkLst>
            <pc:docMk/>
            <pc:sldMk cId="0" sldId="257"/>
            <ac:picMk id="50" creationId="{8CC75420-A234-13C6-F957-91DB220BB0FF}"/>
          </ac:picMkLst>
        </pc:picChg>
        <pc:picChg chg="add del mod">
          <ac:chgData name="Alvaro Rodriguez" userId="f95dca70b71a0786" providerId="LiveId" clId="{351B9856-7D42-4B59-8422-ED645EB4934A}" dt="2026-09-19T19:36:37.248" v="56"/>
          <ac:picMkLst>
            <pc:docMk/>
            <pc:sldMk cId="0" sldId="257"/>
            <ac:picMk id="51" creationId="{FFDBF91E-62EA-B931-C6B8-746A8EB8D504}"/>
          </ac:picMkLst>
        </pc:picChg>
        <pc:picChg chg="add del mod ord">
          <ac:chgData name="Alvaro Rodriguez" userId="f95dca70b71a0786" providerId="LiveId" clId="{351B9856-7D42-4B59-8422-ED645EB4934A}" dt="2026-09-19T19:42:51.369" v="57"/>
          <ac:picMkLst>
            <pc:docMk/>
            <pc:sldMk cId="0" sldId="257"/>
            <ac:picMk id="53" creationId="{15A36878-3ED9-C0BE-FF41-5F55C7CD338F}"/>
          </ac:picMkLst>
        </pc:picChg>
        <pc:picChg chg="add del mod">
          <ac:chgData name="Alvaro Rodriguez" userId="f95dca70b71a0786" providerId="LiveId" clId="{351B9856-7D42-4B59-8422-ED645EB4934A}" dt="2026-09-19T19:44:21.930" v="73"/>
          <ac:picMkLst>
            <pc:docMk/>
            <pc:sldMk cId="0" sldId="257"/>
            <ac:picMk id="54" creationId="{6A9CA0EF-122F-B2A1-89EF-B701AB93CBD4}"/>
          </ac:picMkLst>
        </pc:picChg>
        <pc:picChg chg="add del mod ord">
          <ac:chgData name="Alvaro Rodriguez" userId="f95dca70b71a0786" providerId="LiveId" clId="{351B9856-7D42-4B59-8422-ED645EB4934A}" dt="2026-09-19T19:49:22.401" v="74"/>
          <ac:picMkLst>
            <pc:docMk/>
            <pc:sldMk cId="0" sldId="257"/>
            <ac:picMk id="55" creationId="{03389412-6E2C-26C5-DC8C-40C05923A113}"/>
          </ac:picMkLst>
        </pc:picChg>
        <pc:picChg chg="add del mod">
          <ac:chgData name="Alvaro Rodriguez" userId="f95dca70b71a0786" providerId="LiveId" clId="{351B9856-7D42-4B59-8422-ED645EB4934A}" dt="2026-09-19T19:50:26.336" v="90"/>
          <ac:picMkLst>
            <pc:docMk/>
            <pc:sldMk cId="0" sldId="257"/>
            <ac:picMk id="56" creationId="{D8485F1E-1F1C-D69A-9742-503448497D7F}"/>
          </ac:picMkLst>
        </pc:picChg>
        <pc:picChg chg="add del mod ord">
          <ac:chgData name="Alvaro Rodriguez" userId="f95dca70b71a0786" providerId="LiveId" clId="{351B9856-7D42-4B59-8422-ED645EB4934A}" dt="2026-09-19T19:54:49.007" v="91"/>
          <ac:picMkLst>
            <pc:docMk/>
            <pc:sldMk cId="0" sldId="257"/>
            <ac:picMk id="58" creationId="{15FE4A3D-5F51-CD4E-1138-E478274FC856}"/>
          </ac:picMkLst>
        </pc:picChg>
        <pc:picChg chg="add del mod">
          <ac:chgData name="Alvaro Rodriguez" userId="f95dca70b71a0786" providerId="LiveId" clId="{351B9856-7D42-4B59-8422-ED645EB4934A}" dt="2026-09-19T19:54:51.419" v="107"/>
          <ac:picMkLst>
            <pc:docMk/>
            <pc:sldMk cId="0" sldId="257"/>
            <ac:picMk id="59" creationId="{A0AFC4D4-0100-BDD9-7A51-402873179350}"/>
          </ac:picMkLst>
        </pc:picChg>
        <pc:picChg chg="add del mod ord">
          <ac:chgData name="Alvaro Rodriguez" userId="f95dca70b71a0786" providerId="LiveId" clId="{351B9856-7D42-4B59-8422-ED645EB4934A}" dt="2026-09-19T19:55:39.857" v="108"/>
          <ac:picMkLst>
            <pc:docMk/>
            <pc:sldMk cId="0" sldId="257"/>
            <ac:picMk id="60" creationId="{DEF010CF-9C36-705B-7857-7C15DD3C341A}"/>
          </ac:picMkLst>
        </pc:picChg>
        <pc:picChg chg="add del mod">
          <ac:chgData name="Alvaro Rodriguez" userId="f95dca70b71a0786" providerId="LiveId" clId="{351B9856-7D42-4B59-8422-ED645EB4934A}" dt="2026-09-19T19:55:54.943" v="111"/>
          <ac:picMkLst>
            <pc:docMk/>
            <pc:sldMk cId="0" sldId="257"/>
            <ac:picMk id="61" creationId="{B6DE52B5-2E15-1D91-0AED-1D1C7701F90C}"/>
          </ac:picMkLst>
        </pc:picChg>
        <pc:picChg chg="add del mod ord">
          <ac:chgData name="Alvaro Rodriguez" userId="f95dca70b71a0786" providerId="LiveId" clId="{351B9856-7D42-4B59-8422-ED645EB4934A}" dt="2026-09-19T20:01:01.550" v="112"/>
          <ac:picMkLst>
            <pc:docMk/>
            <pc:sldMk cId="0" sldId="257"/>
            <ac:picMk id="64" creationId="{2C588194-4F96-BE5E-A5E2-48B5D26F4C85}"/>
          </ac:picMkLst>
        </pc:picChg>
        <pc:picChg chg="add del mod">
          <ac:chgData name="Alvaro Rodriguez" userId="f95dca70b71a0786" providerId="LiveId" clId="{351B9856-7D42-4B59-8422-ED645EB4934A}" dt="2026-09-19T20:02:44.150" v="128"/>
          <ac:picMkLst>
            <pc:docMk/>
            <pc:sldMk cId="0" sldId="257"/>
            <ac:picMk id="65" creationId="{6AF4CC22-131E-E10D-210E-60D814CB9C72}"/>
          </ac:picMkLst>
        </pc:picChg>
        <pc:picChg chg="add del mod ord">
          <ac:chgData name="Alvaro Rodriguez" userId="f95dca70b71a0786" providerId="LiveId" clId="{351B9856-7D42-4B59-8422-ED645EB4934A}" dt="2026-09-19T20:05:59.147" v="129"/>
          <ac:picMkLst>
            <pc:docMk/>
            <pc:sldMk cId="0" sldId="257"/>
            <ac:picMk id="67" creationId="{0623CA41-3879-D9AD-532F-23A7798A8EC3}"/>
          </ac:picMkLst>
        </pc:picChg>
        <pc:picChg chg="add del mod">
          <ac:chgData name="Alvaro Rodriguez" userId="f95dca70b71a0786" providerId="LiveId" clId="{351B9856-7D42-4B59-8422-ED645EB4934A}" dt="2026-09-19T20:06:07.243" v="143"/>
          <ac:picMkLst>
            <pc:docMk/>
            <pc:sldMk cId="0" sldId="257"/>
            <ac:picMk id="68" creationId="{5D3EBDE2-5429-A2F0-838F-509E4E3F18F0}"/>
          </ac:picMkLst>
        </pc:picChg>
        <pc:picChg chg="add del mod ord">
          <ac:chgData name="Alvaro Rodriguez" userId="f95dca70b71a0786" providerId="LiveId" clId="{351B9856-7D42-4B59-8422-ED645EB4934A}" dt="2026-09-19T20:11:03.551" v="144"/>
          <ac:picMkLst>
            <pc:docMk/>
            <pc:sldMk cId="0" sldId="257"/>
            <ac:picMk id="69" creationId="{B09591AE-6EEC-8FAE-D7B0-DD9C0F93EB8B}"/>
          </ac:picMkLst>
        </pc:picChg>
        <pc:picChg chg="add del mod">
          <ac:chgData name="Alvaro Rodriguez" userId="f95dca70b71a0786" providerId="LiveId" clId="{351B9856-7D42-4B59-8422-ED645EB4934A}" dt="2026-09-19T20:20:09.714" v="146" actId="478"/>
          <ac:picMkLst>
            <pc:docMk/>
            <pc:sldMk cId="0" sldId="257"/>
            <ac:picMk id="70" creationId="{ED00574F-F940-D0AF-47A8-E76BC53DD9DD}"/>
          </ac:picMkLst>
        </pc:picChg>
      </pc:sldChg>
      <pc:sldChg chg="addSp delSp modSp mod modTransition delAnim modAnim">
        <pc:chgData name="Alvaro Rodriguez" userId="f95dca70b71a0786" providerId="LiveId" clId="{351B9856-7D42-4B59-8422-ED645EB4934A}" dt="2026-09-19T20:20:13.078" v="147" actId="478"/>
        <pc:sldMkLst>
          <pc:docMk/>
          <pc:sldMk cId="0" sldId="258"/>
        </pc:sldMkLst>
        <pc:picChg chg="add del mod">
          <ac:chgData name="Alvaro Rodriguez" userId="f95dca70b71a0786" providerId="LiveId" clId="{351B9856-7D42-4B59-8422-ED645EB4934A}" dt="2026-09-19T19:21:17.204" v="13"/>
          <ac:picMkLst>
            <pc:docMk/>
            <pc:sldMk cId="0" sldId="258"/>
            <ac:picMk id="26" creationId="{D604B002-5F04-8EA6-C2B8-B50D99DCA558}"/>
          </ac:picMkLst>
        </pc:picChg>
        <pc:picChg chg="add del mod ord">
          <ac:chgData name="Alvaro Rodriguez" userId="f95dca70b71a0786" providerId="LiveId" clId="{351B9856-7D42-4B59-8422-ED645EB4934A}" dt="2026-09-19T19:35:30.409" v="40"/>
          <ac:picMkLst>
            <pc:docMk/>
            <pc:sldMk cId="0" sldId="258"/>
            <ac:picMk id="30" creationId="{EB500E21-6FA8-5BAE-6133-B3CC0F1BAF76}"/>
          </ac:picMkLst>
        </pc:picChg>
        <pc:picChg chg="add del mod">
          <ac:chgData name="Alvaro Rodriguez" userId="f95dca70b71a0786" providerId="LiveId" clId="{351B9856-7D42-4B59-8422-ED645EB4934A}" dt="2026-09-19T19:36:37.248" v="56"/>
          <ac:picMkLst>
            <pc:docMk/>
            <pc:sldMk cId="0" sldId="258"/>
            <ac:picMk id="31" creationId="{E4B7D03F-E168-9DF4-8AE3-1C93173F4F74}"/>
          </ac:picMkLst>
        </pc:picChg>
        <pc:picChg chg="add del mod ord">
          <ac:chgData name="Alvaro Rodriguez" userId="f95dca70b71a0786" providerId="LiveId" clId="{351B9856-7D42-4B59-8422-ED645EB4934A}" dt="2026-09-19T19:42:51.369" v="57"/>
          <ac:picMkLst>
            <pc:docMk/>
            <pc:sldMk cId="0" sldId="258"/>
            <ac:picMk id="33" creationId="{40F7FEFE-27BA-2120-723C-4F02C84A598C}"/>
          </ac:picMkLst>
        </pc:picChg>
        <pc:picChg chg="add del mod">
          <ac:chgData name="Alvaro Rodriguez" userId="f95dca70b71a0786" providerId="LiveId" clId="{351B9856-7D42-4B59-8422-ED645EB4934A}" dt="2026-09-19T19:44:21.930" v="73"/>
          <ac:picMkLst>
            <pc:docMk/>
            <pc:sldMk cId="0" sldId="258"/>
            <ac:picMk id="34" creationId="{2E07705A-91D3-3155-B967-196B55CD5C04}"/>
          </ac:picMkLst>
        </pc:picChg>
        <pc:picChg chg="add del mod ord">
          <ac:chgData name="Alvaro Rodriguez" userId="f95dca70b71a0786" providerId="LiveId" clId="{351B9856-7D42-4B59-8422-ED645EB4934A}" dt="2026-09-19T19:49:22.401" v="74"/>
          <ac:picMkLst>
            <pc:docMk/>
            <pc:sldMk cId="0" sldId="258"/>
            <ac:picMk id="35" creationId="{7659D013-FC65-BF91-8C17-CC2E19BAC53C}"/>
          </ac:picMkLst>
        </pc:picChg>
        <pc:picChg chg="add del mod">
          <ac:chgData name="Alvaro Rodriguez" userId="f95dca70b71a0786" providerId="LiveId" clId="{351B9856-7D42-4B59-8422-ED645EB4934A}" dt="2026-09-19T19:50:26.336" v="90"/>
          <ac:picMkLst>
            <pc:docMk/>
            <pc:sldMk cId="0" sldId="258"/>
            <ac:picMk id="36" creationId="{7E6471F1-0848-7DA5-4E48-2ABD99B7C758}"/>
          </ac:picMkLst>
        </pc:picChg>
        <pc:picChg chg="add del mod ord">
          <ac:chgData name="Alvaro Rodriguez" userId="f95dca70b71a0786" providerId="LiveId" clId="{351B9856-7D42-4B59-8422-ED645EB4934A}" dt="2026-09-19T19:54:49.007" v="91"/>
          <ac:picMkLst>
            <pc:docMk/>
            <pc:sldMk cId="0" sldId="258"/>
            <ac:picMk id="37" creationId="{964DFDF3-79C6-E844-00EC-84739F392C4B}"/>
          </ac:picMkLst>
        </pc:picChg>
        <pc:picChg chg="add del mod">
          <ac:chgData name="Alvaro Rodriguez" userId="f95dca70b71a0786" providerId="LiveId" clId="{351B9856-7D42-4B59-8422-ED645EB4934A}" dt="2026-09-19T19:54:51.419" v="107"/>
          <ac:picMkLst>
            <pc:docMk/>
            <pc:sldMk cId="0" sldId="258"/>
            <ac:picMk id="38" creationId="{F43DEC90-6B9F-7915-D61A-2311DDA69F3E}"/>
          </ac:picMkLst>
        </pc:picChg>
        <pc:picChg chg="add del mod ord">
          <ac:chgData name="Alvaro Rodriguez" userId="f95dca70b71a0786" providerId="LiveId" clId="{351B9856-7D42-4B59-8422-ED645EB4934A}" dt="2026-09-19T20:01:01.550" v="112"/>
          <ac:picMkLst>
            <pc:docMk/>
            <pc:sldMk cId="0" sldId="258"/>
            <ac:picMk id="39" creationId="{F9F5AB64-BA0C-9898-5FAC-92D40C20021F}"/>
          </ac:picMkLst>
        </pc:picChg>
        <pc:picChg chg="add del mod">
          <ac:chgData name="Alvaro Rodriguez" userId="f95dca70b71a0786" providerId="LiveId" clId="{351B9856-7D42-4B59-8422-ED645EB4934A}" dt="2026-09-19T20:02:44.150" v="128"/>
          <ac:picMkLst>
            <pc:docMk/>
            <pc:sldMk cId="0" sldId="258"/>
            <ac:picMk id="40" creationId="{D923128D-C9B4-A5AF-1946-C40C3F8E47C0}"/>
          </ac:picMkLst>
        </pc:picChg>
        <pc:picChg chg="add del mod ord">
          <ac:chgData name="Alvaro Rodriguez" userId="f95dca70b71a0786" providerId="LiveId" clId="{351B9856-7D42-4B59-8422-ED645EB4934A}" dt="2026-09-19T20:05:59.147" v="129"/>
          <ac:picMkLst>
            <pc:docMk/>
            <pc:sldMk cId="0" sldId="258"/>
            <ac:picMk id="41" creationId="{378A5F63-151F-2BD2-C3DE-0F1D474A90EC}"/>
          </ac:picMkLst>
        </pc:picChg>
        <pc:picChg chg="add del mod">
          <ac:chgData name="Alvaro Rodriguez" userId="f95dca70b71a0786" providerId="LiveId" clId="{351B9856-7D42-4B59-8422-ED645EB4934A}" dt="2026-09-19T20:06:07.243" v="143"/>
          <ac:picMkLst>
            <pc:docMk/>
            <pc:sldMk cId="0" sldId="258"/>
            <ac:picMk id="42" creationId="{4819C599-5AD9-D648-761E-41DBB04DFA08}"/>
          </ac:picMkLst>
        </pc:picChg>
        <pc:picChg chg="add del mod ord">
          <ac:chgData name="Alvaro Rodriguez" userId="f95dca70b71a0786" providerId="LiveId" clId="{351B9856-7D42-4B59-8422-ED645EB4934A}" dt="2026-09-19T20:11:03.551" v="144"/>
          <ac:picMkLst>
            <pc:docMk/>
            <pc:sldMk cId="0" sldId="258"/>
            <ac:picMk id="43" creationId="{1ECED359-0E8F-96B2-B3FD-14375BA95673}"/>
          </ac:picMkLst>
        </pc:picChg>
        <pc:picChg chg="add del mod">
          <ac:chgData name="Alvaro Rodriguez" userId="f95dca70b71a0786" providerId="LiveId" clId="{351B9856-7D42-4B59-8422-ED645EB4934A}" dt="2026-09-19T20:20:13.078" v="147" actId="478"/>
          <ac:picMkLst>
            <pc:docMk/>
            <pc:sldMk cId="0" sldId="258"/>
            <ac:picMk id="44" creationId="{6F205A6C-68F4-7FFA-1193-F6CC80A1309C}"/>
          </ac:picMkLst>
        </pc:picChg>
      </pc:sldChg>
      <pc:sldChg chg="addSp delSp modSp mod modTransition delAnim modAnim">
        <pc:chgData name="Alvaro Rodriguez" userId="f95dca70b71a0786" providerId="LiveId" clId="{351B9856-7D42-4B59-8422-ED645EB4934A}" dt="2026-09-19T20:20:14.512" v="148" actId="478"/>
        <pc:sldMkLst>
          <pc:docMk/>
          <pc:sldMk cId="0" sldId="259"/>
        </pc:sldMkLst>
        <pc:picChg chg="add del mod">
          <ac:chgData name="Alvaro Rodriguez" userId="f95dca70b71a0786" providerId="LiveId" clId="{351B9856-7D42-4B59-8422-ED645EB4934A}" dt="2026-09-19T19:36:37.248" v="56"/>
          <ac:picMkLst>
            <pc:docMk/>
            <pc:sldMk cId="0" sldId="259"/>
            <ac:picMk id="6" creationId="{3C06B1C9-F1F3-DC4F-1D97-14E879CD08E7}"/>
          </ac:picMkLst>
        </pc:picChg>
        <pc:picChg chg="add del mod ord">
          <ac:chgData name="Alvaro Rodriguez" userId="f95dca70b71a0786" providerId="LiveId" clId="{351B9856-7D42-4B59-8422-ED645EB4934A}" dt="2026-09-19T19:42:51.369" v="57"/>
          <ac:picMkLst>
            <pc:docMk/>
            <pc:sldMk cId="0" sldId="259"/>
            <ac:picMk id="8" creationId="{100D76CE-D178-1EBA-422E-3EA9381C41D2}"/>
          </ac:picMkLst>
        </pc:picChg>
        <pc:picChg chg="add del mod">
          <ac:chgData name="Alvaro Rodriguez" userId="f95dca70b71a0786" providerId="LiveId" clId="{351B9856-7D42-4B59-8422-ED645EB4934A}" dt="2026-09-19T19:44:21.930" v="73"/>
          <ac:picMkLst>
            <pc:docMk/>
            <pc:sldMk cId="0" sldId="259"/>
            <ac:picMk id="9" creationId="{8D4AEA08-1DA9-A72D-DED6-61F38183F7D4}"/>
          </ac:picMkLst>
        </pc:picChg>
        <pc:picChg chg="add del mod ord">
          <ac:chgData name="Alvaro Rodriguez" userId="f95dca70b71a0786" providerId="LiveId" clId="{351B9856-7D42-4B59-8422-ED645EB4934A}" dt="2026-09-19T19:49:22.401" v="74"/>
          <ac:picMkLst>
            <pc:docMk/>
            <pc:sldMk cId="0" sldId="259"/>
            <ac:picMk id="10" creationId="{44B57C47-4911-C793-9659-0C297D64F738}"/>
          </ac:picMkLst>
        </pc:picChg>
        <pc:picChg chg="add del mod">
          <ac:chgData name="Alvaro Rodriguez" userId="f95dca70b71a0786" providerId="LiveId" clId="{351B9856-7D42-4B59-8422-ED645EB4934A}" dt="2026-09-19T19:50:26.336" v="90"/>
          <ac:picMkLst>
            <pc:docMk/>
            <pc:sldMk cId="0" sldId="259"/>
            <ac:picMk id="11" creationId="{2F13ED92-43BE-92CD-576E-621FFFF70E16}"/>
          </ac:picMkLst>
        </pc:picChg>
        <pc:picChg chg="add del mod ord">
          <ac:chgData name="Alvaro Rodriguez" userId="f95dca70b71a0786" providerId="LiveId" clId="{351B9856-7D42-4B59-8422-ED645EB4934A}" dt="2026-09-19T19:54:49.007" v="91"/>
          <ac:picMkLst>
            <pc:docMk/>
            <pc:sldMk cId="0" sldId="259"/>
            <ac:picMk id="12" creationId="{8516AA7A-B67A-CCC8-5289-02B7E17F3A1E}"/>
          </ac:picMkLst>
        </pc:picChg>
        <pc:picChg chg="add del mod">
          <ac:chgData name="Alvaro Rodriguez" userId="f95dca70b71a0786" providerId="LiveId" clId="{351B9856-7D42-4B59-8422-ED645EB4934A}" dt="2026-09-19T19:54:51.419" v="107"/>
          <ac:picMkLst>
            <pc:docMk/>
            <pc:sldMk cId="0" sldId="259"/>
            <ac:picMk id="13" creationId="{4FA71190-A143-F38A-5178-CA7644C2E882}"/>
          </ac:picMkLst>
        </pc:picChg>
        <pc:picChg chg="add del mod ord">
          <ac:chgData name="Alvaro Rodriguez" userId="f95dca70b71a0786" providerId="LiveId" clId="{351B9856-7D42-4B59-8422-ED645EB4934A}" dt="2026-09-19T20:01:01.550" v="112"/>
          <ac:picMkLst>
            <pc:docMk/>
            <pc:sldMk cId="0" sldId="259"/>
            <ac:picMk id="14" creationId="{2117835E-6B3D-F0FE-30C0-A97B9C045096}"/>
          </ac:picMkLst>
        </pc:picChg>
        <pc:picChg chg="add del mod">
          <ac:chgData name="Alvaro Rodriguez" userId="f95dca70b71a0786" providerId="LiveId" clId="{351B9856-7D42-4B59-8422-ED645EB4934A}" dt="2026-09-19T20:02:44.150" v="128"/>
          <ac:picMkLst>
            <pc:docMk/>
            <pc:sldMk cId="0" sldId="259"/>
            <ac:picMk id="15" creationId="{53750A20-3809-36EA-79A4-249626C24C92}"/>
          </ac:picMkLst>
        </pc:picChg>
        <pc:picChg chg="add del mod ord">
          <ac:chgData name="Alvaro Rodriguez" userId="f95dca70b71a0786" providerId="LiveId" clId="{351B9856-7D42-4B59-8422-ED645EB4934A}" dt="2026-09-19T20:05:59.147" v="129"/>
          <ac:picMkLst>
            <pc:docMk/>
            <pc:sldMk cId="0" sldId="259"/>
            <ac:picMk id="16" creationId="{63D64FC3-0F6E-EECD-6C79-DF3A2B6B403D}"/>
          </ac:picMkLst>
        </pc:picChg>
        <pc:picChg chg="add del mod">
          <ac:chgData name="Alvaro Rodriguez" userId="f95dca70b71a0786" providerId="LiveId" clId="{351B9856-7D42-4B59-8422-ED645EB4934A}" dt="2026-09-19T20:06:07.243" v="143"/>
          <ac:picMkLst>
            <pc:docMk/>
            <pc:sldMk cId="0" sldId="259"/>
            <ac:picMk id="17" creationId="{84D08143-F183-DD10-7A14-2D2A95B88EB5}"/>
          </ac:picMkLst>
        </pc:picChg>
        <pc:picChg chg="add del mod ord">
          <ac:chgData name="Alvaro Rodriguez" userId="f95dca70b71a0786" providerId="LiveId" clId="{351B9856-7D42-4B59-8422-ED645EB4934A}" dt="2026-09-19T20:11:03.551" v="144"/>
          <ac:picMkLst>
            <pc:docMk/>
            <pc:sldMk cId="0" sldId="259"/>
            <ac:picMk id="18" creationId="{D3A515F2-6777-01E3-EDE2-5B776DFAB19A}"/>
          </ac:picMkLst>
        </pc:picChg>
        <pc:picChg chg="add del mod">
          <ac:chgData name="Alvaro Rodriguez" userId="f95dca70b71a0786" providerId="LiveId" clId="{351B9856-7D42-4B59-8422-ED645EB4934A}" dt="2026-09-19T20:20:14.512" v="148" actId="478"/>
          <ac:picMkLst>
            <pc:docMk/>
            <pc:sldMk cId="0" sldId="259"/>
            <ac:picMk id="19" creationId="{625839A8-5055-72A3-CFE9-F8818A6F4187}"/>
          </ac:picMkLst>
        </pc:picChg>
      </pc:sldChg>
      <pc:sldChg chg="addSp delSp modSp mod modTransition delAnim modAnim">
        <pc:chgData name="Alvaro Rodriguez" userId="f95dca70b71a0786" providerId="LiveId" clId="{351B9856-7D42-4B59-8422-ED645EB4934A}" dt="2026-09-19T20:20:15.916" v="149" actId="478"/>
        <pc:sldMkLst>
          <pc:docMk/>
          <pc:sldMk cId="0" sldId="260"/>
        </pc:sldMkLst>
        <pc:picChg chg="add del mod">
          <ac:chgData name="Alvaro Rodriguez" userId="f95dca70b71a0786" providerId="LiveId" clId="{351B9856-7D42-4B59-8422-ED645EB4934A}" dt="2026-09-19T19:36:37.248" v="56"/>
          <ac:picMkLst>
            <pc:docMk/>
            <pc:sldMk cId="0" sldId="260"/>
            <ac:picMk id="8" creationId="{51EB8F03-D572-554D-0351-172543650D14}"/>
          </ac:picMkLst>
        </pc:picChg>
        <pc:picChg chg="add del mod ord">
          <ac:chgData name="Alvaro Rodriguez" userId="f95dca70b71a0786" providerId="LiveId" clId="{351B9856-7D42-4B59-8422-ED645EB4934A}" dt="2026-09-19T19:42:51.369" v="57"/>
          <ac:picMkLst>
            <pc:docMk/>
            <pc:sldMk cId="0" sldId="260"/>
            <ac:picMk id="10" creationId="{B83F142B-3CBD-7D06-7A08-8223EE238389}"/>
          </ac:picMkLst>
        </pc:picChg>
        <pc:picChg chg="add del mod">
          <ac:chgData name="Alvaro Rodriguez" userId="f95dca70b71a0786" providerId="LiveId" clId="{351B9856-7D42-4B59-8422-ED645EB4934A}" dt="2026-09-19T19:44:21.930" v="73"/>
          <ac:picMkLst>
            <pc:docMk/>
            <pc:sldMk cId="0" sldId="260"/>
            <ac:picMk id="11" creationId="{FA6825F2-8429-6A61-8517-FF6351E32904}"/>
          </ac:picMkLst>
        </pc:picChg>
        <pc:picChg chg="add del mod ord">
          <ac:chgData name="Alvaro Rodriguez" userId="f95dca70b71a0786" providerId="LiveId" clId="{351B9856-7D42-4B59-8422-ED645EB4934A}" dt="2026-09-19T19:49:22.401" v="74"/>
          <ac:picMkLst>
            <pc:docMk/>
            <pc:sldMk cId="0" sldId="260"/>
            <ac:picMk id="12" creationId="{50D3347F-9499-5C86-E228-73CF5B0E800A}"/>
          </ac:picMkLst>
        </pc:picChg>
        <pc:picChg chg="add del mod">
          <ac:chgData name="Alvaro Rodriguez" userId="f95dca70b71a0786" providerId="LiveId" clId="{351B9856-7D42-4B59-8422-ED645EB4934A}" dt="2026-09-19T19:50:26.336" v="90"/>
          <ac:picMkLst>
            <pc:docMk/>
            <pc:sldMk cId="0" sldId="260"/>
            <ac:picMk id="13" creationId="{C625C41F-2E98-AA11-F521-EFFA27750891}"/>
          </ac:picMkLst>
        </pc:picChg>
        <pc:picChg chg="add del mod ord">
          <ac:chgData name="Alvaro Rodriguez" userId="f95dca70b71a0786" providerId="LiveId" clId="{351B9856-7D42-4B59-8422-ED645EB4934A}" dt="2026-09-19T19:54:49.007" v="91"/>
          <ac:picMkLst>
            <pc:docMk/>
            <pc:sldMk cId="0" sldId="260"/>
            <ac:picMk id="14" creationId="{E8D3E5CA-36A3-359A-D5A9-B6A93250DB37}"/>
          </ac:picMkLst>
        </pc:picChg>
        <pc:picChg chg="add del mod">
          <ac:chgData name="Alvaro Rodriguez" userId="f95dca70b71a0786" providerId="LiveId" clId="{351B9856-7D42-4B59-8422-ED645EB4934A}" dt="2026-09-19T19:54:51.419" v="107"/>
          <ac:picMkLst>
            <pc:docMk/>
            <pc:sldMk cId="0" sldId="260"/>
            <ac:picMk id="15" creationId="{9F5626F5-4A7D-A5C1-A445-2C1BB8588DBF}"/>
          </ac:picMkLst>
        </pc:picChg>
        <pc:picChg chg="add del mod ord">
          <ac:chgData name="Alvaro Rodriguez" userId="f95dca70b71a0786" providerId="LiveId" clId="{351B9856-7D42-4B59-8422-ED645EB4934A}" dt="2026-09-19T20:01:01.550" v="112"/>
          <ac:picMkLst>
            <pc:docMk/>
            <pc:sldMk cId="0" sldId="260"/>
            <ac:picMk id="16" creationId="{3A9B0322-2723-91D3-38AD-C09A4A3029AE}"/>
          </ac:picMkLst>
        </pc:picChg>
        <pc:picChg chg="add del mod">
          <ac:chgData name="Alvaro Rodriguez" userId="f95dca70b71a0786" providerId="LiveId" clId="{351B9856-7D42-4B59-8422-ED645EB4934A}" dt="2026-09-19T20:02:44.150" v="128"/>
          <ac:picMkLst>
            <pc:docMk/>
            <pc:sldMk cId="0" sldId="260"/>
            <ac:picMk id="17" creationId="{6CCBED58-4F1B-C98D-27C4-842CAA1247DE}"/>
          </ac:picMkLst>
        </pc:picChg>
        <pc:picChg chg="add del mod ord">
          <ac:chgData name="Alvaro Rodriguez" userId="f95dca70b71a0786" providerId="LiveId" clId="{351B9856-7D42-4B59-8422-ED645EB4934A}" dt="2026-09-19T20:05:59.147" v="129"/>
          <ac:picMkLst>
            <pc:docMk/>
            <pc:sldMk cId="0" sldId="260"/>
            <ac:picMk id="18" creationId="{C39AC588-C9AD-FD3F-F489-1934A64EECA3}"/>
          </ac:picMkLst>
        </pc:picChg>
        <pc:picChg chg="add del mod">
          <ac:chgData name="Alvaro Rodriguez" userId="f95dca70b71a0786" providerId="LiveId" clId="{351B9856-7D42-4B59-8422-ED645EB4934A}" dt="2026-09-19T20:06:07.243" v="143"/>
          <ac:picMkLst>
            <pc:docMk/>
            <pc:sldMk cId="0" sldId="260"/>
            <ac:picMk id="19" creationId="{247CF43A-6355-147C-1867-16381F87344A}"/>
          </ac:picMkLst>
        </pc:picChg>
        <pc:picChg chg="add del mod ord">
          <ac:chgData name="Alvaro Rodriguez" userId="f95dca70b71a0786" providerId="LiveId" clId="{351B9856-7D42-4B59-8422-ED645EB4934A}" dt="2026-09-19T20:11:03.551" v="144"/>
          <ac:picMkLst>
            <pc:docMk/>
            <pc:sldMk cId="0" sldId="260"/>
            <ac:picMk id="20" creationId="{737C6DA0-F11C-6DB3-A043-24CB8B485FC5}"/>
          </ac:picMkLst>
        </pc:picChg>
        <pc:picChg chg="add del mod">
          <ac:chgData name="Alvaro Rodriguez" userId="f95dca70b71a0786" providerId="LiveId" clId="{351B9856-7D42-4B59-8422-ED645EB4934A}" dt="2026-09-19T20:20:15.916" v="149" actId="478"/>
          <ac:picMkLst>
            <pc:docMk/>
            <pc:sldMk cId="0" sldId="260"/>
            <ac:picMk id="21" creationId="{6E0A8D1C-5741-182D-EEFD-92E132BEC54E}"/>
          </ac:picMkLst>
        </pc:picChg>
      </pc:sldChg>
      <pc:sldChg chg="addSp delSp modSp mod modTransition delAnim modAnim">
        <pc:chgData name="Alvaro Rodriguez" userId="f95dca70b71a0786" providerId="LiveId" clId="{351B9856-7D42-4B59-8422-ED645EB4934A}" dt="2026-09-19T20:20:17.305" v="150" actId="478"/>
        <pc:sldMkLst>
          <pc:docMk/>
          <pc:sldMk cId="0" sldId="261"/>
        </pc:sldMkLst>
        <pc:picChg chg="add del mod">
          <ac:chgData name="Alvaro Rodriguez" userId="f95dca70b71a0786" providerId="LiveId" clId="{351B9856-7D42-4B59-8422-ED645EB4934A}" dt="2026-09-19T19:36:37.248" v="56"/>
          <ac:picMkLst>
            <pc:docMk/>
            <pc:sldMk cId="0" sldId="261"/>
            <ac:picMk id="6" creationId="{1FEC9A9D-B46C-819B-479F-1979DF6D1B2D}"/>
          </ac:picMkLst>
        </pc:picChg>
        <pc:picChg chg="add del mod ord">
          <ac:chgData name="Alvaro Rodriguez" userId="f95dca70b71a0786" providerId="LiveId" clId="{351B9856-7D42-4B59-8422-ED645EB4934A}" dt="2026-09-19T19:42:51.369" v="57"/>
          <ac:picMkLst>
            <pc:docMk/>
            <pc:sldMk cId="0" sldId="261"/>
            <ac:picMk id="8" creationId="{9F4951EB-2CA1-1542-5534-ACC65E8E708E}"/>
          </ac:picMkLst>
        </pc:picChg>
        <pc:picChg chg="add del mod">
          <ac:chgData name="Alvaro Rodriguez" userId="f95dca70b71a0786" providerId="LiveId" clId="{351B9856-7D42-4B59-8422-ED645EB4934A}" dt="2026-09-19T19:44:21.930" v="73"/>
          <ac:picMkLst>
            <pc:docMk/>
            <pc:sldMk cId="0" sldId="261"/>
            <ac:picMk id="9" creationId="{C93583FA-EC5C-6F2E-7864-2B5C9409F2B6}"/>
          </ac:picMkLst>
        </pc:picChg>
        <pc:picChg chg="add del mod ord">
          <ac:chgData name="Alvaro Rodriguez" userId="f95dca70b71a0786" providerId="LiveId" clId="{351B9856-7D42-4B59-8422-ED645EB4934A}" dt="2026-09-19T19:49:22.401" v="74"/>
          <ac:picMkLst>
            <pc:docMk/>
            <pc:sldMk cId="0" sldId="261"/>
            <ac:picMk id="10" creationId="{1712D238-7D40-6F85-8D45-9DB327D3D362}"/>
          </ac:picMkLst>
        </pc:picChg>
        <pc:picChg chg="add del mod">
          <ac:chgData name="Alvaro Rodriguez" userId="f95dca70b71a0786" providerId="LiveId" clId="{351B9856-7D42-4B59-8422-ED645EB4934A}" dt="2026-09-19T19:50:26.336" v="90"/>
          <ac:picMkLst>
            <pc:docMk/>
            <pc:sldMk cId="0" sldId="261"/>
            <ac:picMk id="11" creationId="{7AE973D3-B9AC-1576-FCF9-85E60BC25CC0}"/>
          </ac:picMkLst>
        </pc:picChg>
        <pc:picChg chg="add del mod ord">
          <ac:chgData name="Alvaro Rodriguez" userId="f95dca70b71a0786" providerId="LiveId" clId="{351B9856-7D42-4B59-8422-ED645EB4934A}" dt="2026-09-19T19:54:49.007" v="91"/>
          <ac:picMkLst>
            <pc:docMk/>
            <pc:sldMk cId="0" sldId="261"/>
            <ac:picMk id="12" creationId="{EA2923EC-257C-1FFD-7B58-EB8B83989F9C}"/>
          </ac:picMkLst>
        </pc:picChg>
        <pc:picChg chg="add del mod">
          <ac:chgData name="Alvaro Rodriguez" userId="f95dca70b71a0786" providerId="LiveId" clId="{351B9856-7D42-4B59-8422-ED645EB4934A}" dt="2026-09-19T19:54:51.419" v="107"/>
          <ac:picMkLst>
            <pc:docMk/>
            <pc:sldMk cId="0" sldId="261"/>
            <ac:picMk id="13" creationId="{AD1EE11E-B508-791C-7BBC-B598A6C0678D}"/>
          </ac:picMkLst>
        </pc:picChg>
        <pc:picChg chg="add del mod ord">
          <ac:chgData name="Alvaro Rodriguez" userId="f95dca70b71a0786" providerId="LiveId" clId="{351B9856-7D42-4B59-8422-ED645EB4934A}" dt="2026-09-19T20:01:01.550" v="112"/>
          <ac:picMkLst>
            <pc:docMk/>
            <pc:sldMk cId="0" sldId="261"/>
            <ac:picMk id="14" creationId="{8C385B30-128D-EC00-A07A-5A41D21724F1}"/>
          </ac:picMkLst>
        </pc:picChg>
        <pc:picChg chg="add del mod">
          <ac:chgData name="Alvaro Rodriguez" userId="f95dca70b71a0786" providerId="LiveId" clId="{351B9856-7D42-4B59-8422-ED645EB4934A}" dt="2026-09-19T20:02:44.150" v="128"/>
          <ac:picMkLst>
            <pc:docMk/>
            <pc:sldMk cId="0" sldId="261"/>
            <ac:picMk id="15" creationId="{51968EFA-48A8-908A-2766-3D07776295D4}"/>
          </ac:picMkLst>
        </pc:picChg>
        <pc:picChg chg="add del mod ord">
          <ac:chgData name="Alvaro Rodriguez" userId="f95dca70b71a0786" providerId="LiveId" clId="{351B9856-7D42-4B59-8422-ED645EB4934A}" dt="2026-09-19T20:05:59.147" v="129"/>
          <ac:picMkLst>
            <pc:docMk/>
            <pc:sldMk cId="0" sldId="261"/>
            <ac:picMk id="16" creationId="{E07AD7F1-3C24-0388-929C-EA16FBC13209}"/>
          </ac:picMkLst>
        </pc:picChg>
        <pc:picChg chg="add del mod">
          <ac:chgData name="Alvaro Rodriguez" userId="f95dca70b71a0786" providerId="LiveId" clId="{351B9856-7D42-4B59-8422-ED645EB4934A}" dt="2026-09-19T20:06:07.243" v="143"/>
          <ac:picMkLst>
            <pc:docMk/>
            <pc:sldMk cId="0" sldId="261"/>
            <ac:picMk id="17" creationId="{BEB69275-A069-EA03-8950-42B993D54D67}"/>
          </ac:picMkLst>
        </pc:picChg>
        <pc:picChg chg="add del mod ord">
          <ac:chgData name="Alvaro Rodriguez" userId="f95dca70b71a0786" providerId="LiveId" clId="{351B9856-7D42-4B59-8422-ED645EB4934A}" dt="2026-09-19T20:11:03.551" v="144"/>
          <ac:picMkLst>
            <pc:docMk/>
            <pc:sldMk cId="0" sldId="261"/>
            <ac:picMk id="18" creationId="{54CEA18F-2CD6-A8D4-1E6D-9BC70B6A6122}"/>
          </ac:picMkLst>
        </pc:picChg>
        <pc:picChg chg="add del mod">
          <ac:chgData name="Alvaro Rodriguez" userId="f95dca70b71a0786" providerId="LiveId" clId="{351B9856-7D42-4B59-8422-ED645EB4934A}" dt="2026-09-19T20:20:17.305" v="150" actId="478"/>
          <ac:picMkLst>
            <pc:docMk/>
            <pc:sldMk cId="0" sldId="261"/>
            <ac:picMk id="19" creationId="{AD76BC4C-2504-F0AA-1F62-A01AFBA7F52C}"/>
          </ac:picMkLst>
        </pc:picChg>
      </pc:sldChg>
      <pc:sldChg chg="addSp delSp modSp mod modTransition delAnim modAnim">
        <pc:chgData name="Alvaro Rodriguez" userId="f95dca70b71a0786" providerId="LiveId" clId="{351B9856-7D42-4B59-8422-ED645EB4934A}" dt="2026-09-19T20:20:18.525" v="151" actId="478"/>
        <pc:sldMkLst>
          <pc:docMk/>
          <pc:sldMk cId="0" sldId="262"/>
        </pc:sldMkLst>
        <pc:picChg chg="add del mod">
          <ac:chgData name="Alvaro Rodriguez" userId="f95dca70b71a0786" providerId="LiveId" clId="{351B9856-7D42-4B59-8422-ED645EB4934A}" dt="2026-09-19T19:36:37.248" v="56"/>
          <ac:picMkLst>
            <pc:docMk/>
            <pc:sldMk cId="0" sldId="262"/>
            <ac:picMk id="5" creationId="{0EDB9D23-8235-F526-07CA-EBC8719A0DDC}"/>
          </ac:picMkLst>
        </pc:picChg>
        <pc:picChg chg="add del mod ord">
          <ac:chgData name="Alvaro Rodriguez" userId="f95dca70b71a0786" providerId="LiveId" clId="{351B9856-7D42-4B59-8422-ED645EB4934A}" dt="2026-09-19T19:42:51.369" v="57"/>
          <ac:picMkLst>
            <pc:docMk/>
            <pc:sldMk cId="0" sldId="262"/>
            <ac:picMk id="7" creationId="{06DB96DA-2973-5845-8ADA-65E2983F6944}"/>
          </ac:picMkLst>
        </pc:picChg>
        <pc:picChg chg="add del mod">
          <ac:chgData name="Alvaro Rodriguez" userId="f95dca70b71a0786" providerId="LiveId" clId="{351B9856-7D42-4B59-8422-ED645EB4934A}" dt="2026-09-19T19:44:21.930" v="73"/>
          <ac:picMkLst>
            <pc:docMk/>
            <pc:sldMk cId="0" sldId="262"/>
            <ac:picMk id="8" creationId="{CF824F9C-577F-0AAA-FA11-1A51A2728F47}"/>
          </ac:picMkLst>
        </pc:picChg>
        <pc:picChg chg="add del mod ord">
          <ac:chgData name="Alvaro Rodriguez" userId="f95dca70b71a0786" providerId="LiveId" clId="{351B9856-7D42-4B59-8422-ED645EB4934A}" dt="2026-09-19T19:49:22.401" v="74"/>
          <ac:picMkLst>
            <pc:docMk/>
            <pc:sldMk cId="0" sldId="262"/>
            <ac:picMk id="9" creationId="{E9EB7261-CEB9-3265-D44D-478A0FF45866}"/>
          </ac:picMkLst>
        </pc:picChg>
        <pc:picChg chg="add del mod">
          <ac:chgData name="Alvaro Rodriguez" userId="f95dca70b71a0786" providerId="LiveId" clId="{351B9856-7D42-4B59-8422-ED645EB4934A}" dt="2026-09-19T19:50:26.336" v="90"/>
          <ac:picMkLst>
            <pc:docMk/>
            <pc:sldMk cId="0" sldId="262"/>
            <ac:picMk id="10" creationId="{4377E15A-4AC5-10E6-C735-5FD7FD14C43B}"/>
          </ac:picMkLst>
        </pc:picChg>
        <pc:picChg chg="add del mod ord">
          <ac:chgData name="Alvaro Rodriguez" userId="f95dca70b71a0786" providerId="LiveId" clId="{351B9856-7D42-4B59-8422-ED645EB4934A}" dt="2026-09-19T19:54:49.007" v="91"/>
          <ac:picMkLst>
            <pc:docMk/>
            <pc:sldMk cId="0" sldId="262"/>
            <ac:picMk id="11" creationId="{59532A29-ADB6-FBC8-ED83-1DDBBFF4FC9E}"/>
          </ac:picMkLst>
        </pc:picChg>
        <pc:picChg chg="add del mod">
          <ac:chgData name="Alvaro Rodriguez" userId="f95dca70b71a0786" providerId="LiveId" clId="{351B9856-7D42-4B59-8422-ED645EB4934A}" dt="2026-09-19T19:54:51.419" v="107"/>
          <ac:picMkLst>
            <pc:docMk/>
            <pc:sldMk cId="0" sldId="262"/>
            <ac:picMk id="12" creationId="{E3D751FE-F520-60B9-D75F-9DFAE392F170}"/>
          </ac:picMkLst>
        </pc:picChg>
        <pc:picChg chg="add del mod ord">
          <ac:chgData name="Alvaro Rodriguez" userId="f95dca70b71a0786" providerId="LiveId" clId="{351B9856-7D42-4B59-8422-ED645EB4934A}" dt="2026-09-19T20:01:01.550" v="112"/>
          <ac:picMkLst>
            <pc:docMk/>
            <pc:sldMk cId="0" sldId="262"/>
            <ac:picMk id="13" creationId="{1911CC73-9645-E6F6-B589-9A3B38345174}"/>
          </ac:picMkLst>
        </pc:picChg>
        <pc:picChg chg="add del mod">
          <ac:chgData name="Alvaro Rodriguez" userId="f95dca70b71a0786" providerId="LiveId" clId="{351B9856-7D42-4B59-8422-ED645EB4934A}" dt="2026-09-19T20:02:44.150" v="128"/>
          <ac:picMkLst>
            <pc:docMk/>
            <pc:sldMk cId="0" sldId="262"/>
            <ac:picMk id="14" creationId="{8AD4D63D-986C-38D1-EDCA-36122F0FF7D6}"/>
          </ac:picMkLst>
        </pc:picChg>
        <pc:picChg chg="add del mod ord">
          <ac:chgData name="Alvaro Rodriguez" userId="f95dca70b71a0786" providerId="LiveId" clId="{351B9856-7D42-4B59-8422-ED645EB4934A}" dt="2026-09-19T20:05:59.147" v="129"/>
          <ac:picMkLst>
            <pc:docMk/>
            <pc:sldMk cId="0" sldId="262"/>
            <ac:picMk id="15" creationId="{1BB74037-23A9-09D4-0537-D3A04A69FF2D}"/>
          </ac:picMkLst>
        </pc:picChg>
        <pc:picChg chg="add del mod">
          <ac:chgData name="Alvaro Rodriguez" userId="f95dca70b71a0786" providerId="LiveId" clId="{351B9856-7D42-4B59-8422-ED645EB4934A}" dt="2026-09-19T20:06:07.243" v="143"/>
          <ac:picMkLst>
            <pc:docMk/>
            <pc:sldMk cId="0" sldId="262"/>
            <ac:picMk id="16" creationId="{96213419-A0AA-38BF-02D7-835E6201B55F}"/>
          </ac:picMkLst>
        </pc:picChg>
        <pc:picChg chg="add del mod ord">
          <ac:chgData name="Alvaro Rodriguez" userId="f95dca70b71a0786" providerId="LiveId" clId="{351B9856-7D42-4B59-8422-ED645EB4934A}" dt="2026-09-19T20:11:03.551" v="144"/>
          <ac:picMkLst>
            <pc:docMk/>
            <pc:sldMk cId="0" sldId="262"/>
            <ac:picMk id="17" creationId="{36208927-0DFE-7D5D-2AA6-E63FAC59CDC6}"/>
          </ac:picMkLst>
        </pc:picChg>
        <pc:picChg chg="add del mod">
          <ac:chgData name="Alvaro Rodriguez" userId="f95dca70b71a0786" providerId="LiveId" clId="{351B9856-7D42-4B59-8422-ED645EB4934A}" dt="2026-09-19T20:20:18.525" v="151" actId="478"/>
          <ac:picMkLst>
            <pc:docMk/>
            <pc:sldMk cId="0" sldId="262"/>
            <ac:picMk id="18" creationId="{173FEB22-D67D-F47C-28CD-A42256CBF982}"/>
          </ac:picMkLst>
        </pc:picChg>
      </pc:sldChg>
      <pc:sldChg chg="addSp delSp modSp mod modTransition delAnim modAnim">
        <pc:chgData name="Alvaro Rodriguez" userId="f95dca70b71a0786" providerId="LiveId" clId="{351B9856-7D42-4B59-8422-ED645EB4934A}" dt="2026-09-19T20:20:19.666" v="152" actId="478"/>
        <pc:sldMkLst>
          <pc:docMk/>
          <pc:sldMk cId="0" sldId="263"/>
        </pc:sldMkLst>
        <pc:picChg chg="add del mod">
          <ac:chgData name="Alvaro Rodriguez" userId="f95dca70b71a0786" providerId="LiveId" clId="{351B9856-7D42-4B59-8422-ED645EB4934A}" dt="2026-09-19T19:36:37.248" v="56"/>
          <ac:picMkLst>
            <pc:docMk/>
            <pc:sldMk cId="0" sldId="263"/>
            <ac:picMk id="5" creationId="{12E48778-2CEF-4FA6-1B0E-DDAFED1F7FB9}"/>
          </ac:picMkLst>
        </pc:picChg>
        <pc:picChg chg="add del mod ord">
          <ac:chgData name="Alvaro Rodriguez" userId="f95dca70b71a0786" providerId="LiveId" clId="{351B9856-7D42-4B59-8422-ED645EB4934A}" dt="2026-09-19T19:42:51.369" v="57"/>
          <ac:picMkLst>
            <pc:docMk/>
            <pc:sldMk cId="0" sldId="263"/>
            <ac:picMk id="8" creationId="{00CD0E88-9AC3-5E45-AB73-7D79D7528DB6}"/>
          </ac:picMkLst>
        </pc:picChg>
        <pc:picChg chg="add del mod">
          <ac:chgData name="Alvaro Rodriguez" userId="f95dca70b71a0786" providerId="LiveId" clId="{351B9856-7D42-4B59-8422-ED645EB4934A}" dt="2026-09-19T19:44:21.930" v="73"/>
          <ac:picMkLst>
            <pc:docMk/>
            <pc:sldMk cId="0" sldId="263"/>
            <ac:picMk id="9" creationId="{86ADB9C2-1C57-26D0-D579-B9AF98CEDD51}"/>
          </ac:picMkLst>
        </pc:picChg>
        <pc:picChg chg="add del mod ord">
          <ac:chgData name="Alvaro Rodriguez" userId="f95dca70b71a0786" providerId="LiveId" clId="{351B9856-7D42-4B59-8422-ED645EB4934A}" dt="2026-09-19T19:49:22.401" v="74"/>
          <ac:picMkLst>
            <pc:docMk/>
            <pc:sldMk cId="0" sldId="263"/>
            <ac:picMk id="10" creationId="{64C9AFEB-AA3A-118A-E355-CF8E5442D4F1}"/>
          </ac:picMkLst>
        </pc:picChg>
        <pc:picChg chg="add del mod">
          <ac:chgData name="Alvaro Rodriguez" userId="f95dca70b71a0786" providerId="LiveId" clId="{351B9856-7D42-4B59-8422-ED645EB4934A}" dt="2026-09-19T19:50:26.336" v="90"/>
          <ac:picMkLst>
            <pc:docMk/>
            <pc:sldMk cId="0" sldId="263"/>
            <ac:picMk id="11" creationId="{A00E8EFE-7D64-CF4E-7EA5-0AF7DDFEC513}"/>
          </ac:picMkLst>
        </pc:picChg>
        <pc:picChg chg="add del mod ord">
          <ac:chgData name="Alvaro Rodriguez" userId="f95dca70b71a0786" providerId="LiveId" clId="{351B9856-7D42-4B59-8422-ED645EB4934A}" dt="2026-09-19T19:54:49.007" v="91"/>
          <ac:picMkLst>
            <pc:docMk/>
            <pc:sldMk cId="0" sldId="263"/>
            <ac:picMk id="12" creationId="{4D4AC5AB-4A63-BF57-A1D0-E228500895AA}"/>
          </ac:picMkLst>
        </pc:picChg>
        <pc:picChg chg="add del mod">
          <ac:chgData name="Alvaro Rodriguez" userId="f95dca70b71a0786" providerId="LiveId" clId="{351B9856-7D42-4B59-8422-ED645EB4934A}" dt="2026-09-19T19:54:51.419" v="107"/>
          <ac:picMkLst>
            <pc:docMk/>
            <pc:sldMk cId="0" sldId="263"/>
            <ac:picMk id="13" creationId="{97A714AC-6F50-49DD-451F-BB6C00070E2D}"/>
          </ac:picMkLst>
        </pc:picChg>
        <pc:picChg chg="add del mod ord">
          <ac:chgData name="Alvaro Rodriguez" userId="f95dca70b71a0786" providerId="LiveId" clId="{351B9856-7D42-4B59-8422-ED645EB4934A}" dt="2026-09-19T20:01:01.550" v="112"/>
          <ac:picMkLst>
            <pc:docMk/>
            <pc:sldMk cId="0" sldId="263"/>
            <ac:picMk id="14" creationId="{F6718E3C-0D1C-10F3-CF46-57156F284717}"/>
          </ac:picMkLst>
        </pc:picChg>
        <pc:picChg chg="add del mod">
          <ac:chgData name="Alvaro Rodriguez" userId="f95dca70b71a0786" providerId="LiveId" clId="{351B9856-7D42-4B59-8422-ED645EB4934A}" dt="2026-09-19T20:02:44.150" v="128"/>
          <ac:picMkLst>
            <pc:docMk/>
            <pc:sldMk cId="0" sldId="263"/>
            <ac:picMk id="15" creationId="{032578D2-B11A-0489-8085-41C42E7C44DA}"/>
          </ac:picMkLst>
        </pc:picChg>
        <pc:picChg chg="add del mod ord">
          <ac:chgData name="Alvaro Rodriguez" userId="f95dca70b71a0786" providerId="LiveId" clId="{351B9856-7D42-4B59-8422-ED645EB4934A}" dt="2026-09-19T20:05:59.147" v="129"/>
          <ac:picMkLst>
            <pc:docMk/>
            <pc:sldMk cId="0" sldId="263"/>
            <ac:picMk id="16" creationId="{D5C37E19-DB9E-2D61-FBDC-D21EB9BBAA9B}"/>
          </ac:picMkLst>
        </pc:picChg>
        <pc:picChg chg="add del mod">
          <ac:chgData name="Alvaro Rodriguez" userId="f95dca70b71a0786" providerId="LiveId" clId="{351B9856-7D42-4B59-8422-ED645EB4934A}" dt="2026-09-19T20:06:07.243" v="143"/>
          <ac:picMkLst>
            <pc:docMk/>
            <pc:sldMk cId="0" sldId="263"/>
            <ac:picMk id="17" creationId="{B57D3A29-B609-9610-DEDB-97F5EBC0044A}"/>
          </ac:picMkLst>
        </pc:picChg>
        <pc:picChg chg="add del mod ord">
          <ac:chgData name="Alvaro Rodriguez" userId="f95dca70b71a0786" providerId="LiveId" clId="{351B9856-7D42-4B59-8422-ED645EB4934A}" dt="2026-09-19T20:11:03.551" v="144"/>
          <ac:picMkLst>
            <pc:docMk/>
            <pc:sldMk cId="0" sldId="263"/>
            <ac:picMk id="18" creationId="{7C0940C4-7168-B030-AE98-E57254A6F098}"/>
          </ac:picMkLst>
        </pc:picChg>
        <pc:picChg chg="add del mod">
          <ac:chgData name="Alvaro Rodriguez" userId="f95dca70b71a0786" providerId="LiveId" clId="{351B9856-7D42-4B59-8422-ED645EB4934A}" dt="2026-09-19T20:20:19.666" v="152" actId="478"/>
          <ac:picMkLst>
            <pc:docMk/>
            <pc:sldMk cId="0" sldId="263"/>
            <ac:picMk id="19" creationId="{DD99BB8B-23AB-CA74-7146-7D6AE522F6D3}"/>
          </ac:picMkLst>
        </pc:picChg>
      </pc:sldChg>
      <pc:sldChg chg="addSp delSp modSp mod modTransition delAnim modAnim">
        <pc:chgData name="Alvaro Rodriguez" userId="f95dca70b71a0786" providerId="LiveId" clId="{351B9856-7D42-4B59-8422-ED645EB4934A}" dt="2026-09-19T20:20:20.886" v="153" actId="478"/>
        <pc:sldMkLst>
          <pc:docMk/>
          <pc:sldMk cId="0" sldId="264"/>
        </pc:sldMkLst>
        <pc:picChg chg="add del mod">
          <ac:chgData name="Alvaro Rodriguez" userId="f95dca70b71a0786" providerId="LiveId" clId="{351B9856-7D42-4B59-8422-ED645EB4934A}" dt="2026-09-19T19:36:37.248" v="56"/>
          <ac:picMkLst>
            <pc:docMk/>
            <pc:sldMk cId="0" sldId="264"/>
            <ac:picMk id="7" creationId="{552210B2-37B4-7E9F-4FC3-08CFF48F689B}"/>
          </ac:picMkLst>
        </pc:picChg>
        <pc:picChg chg="add del mod ord">
          <ac:chgData name="Alvaro Rodriguez" userId="f95dca70b71a0786" providerId="LiveId" clId="{351B9856-7D42-4B59-8422-ED645EB4934A}" dt="2026-09-19T19:42:51.369" v="57"/>
          <ac:picMkLst>
            <pc:docMk/>
            <pc:sldMk cId="0" sldId="264"/>
            <ac:picMk id="10" creationId="{F10E3A89-2FA6-FD18-47FA-3C91E7DC80A2}"/>
          </ac:picMkLst>
        </pc:picChg>
        <pc:picChg chg="add del mod">
          <ac:chgData name="Alvaro Rodriguez" userId="f95dca70b71a0786" providerId="LiveId" clId="{351B9856-7D42-4B59-8422-ED645EB4934A}" dt="2026-09-19T19:44:21.930" v="73"/>
          <ac:picMkLst>
            <pc:docMk/>
            <pc:sldMk cId="0" sldId="264"/>
            <ac:picMk id="11" creationId="{C5221337-478A-5B70-5744-14B8E37E8AB1}"/>
          </ac:picMkLst>
        </pc:picChg>
        <pc:picChg chg="add del mod ord">
          <ac:chgData name="Alvaro Rodriguez" userId="f95dca70b71a0786" providerId="LiveId" clId="{351B9856-7D42-4B59-8422-ED645EB4934A}" dt="2026-09-19T19:49:22.401" v="74"/>
          <ac:picMkLst>
            <pc:docMk/>
            <pc:sldMk cId="0" sldId="264"/>
            <ac:picMk id="12" creationId="{AE943259-3B28-3282-D033-BFCDA8F41382}"/>
          </ac:picMkLst>
        </pc:picChg>
        <pc:picChg chg="add del mod">
          <ac:chgData name="Alvaro Rodriguez" userId="f95dca70b71a0786" providerId="LiveId" clId="{351B9856-7D42-4B59-8422-ED645EB4934A}" dt="2026-09-19T19:50:26.336" v="90"/>
          <ac:picMkLst>
            <pc:docMk/>
            <pc:sldMk cId="0" sldId="264"/>
            <ac:picMk id="13" creationId="{D66B6462-A597-918D-525A-22162B9AFDB5}"/>
          </ac:picMkLst>
        </pc:picChg>
        <pc:picChg chg="add del mod ord">
          <ac:chgData name="Alvaro Rodriguez" userId="f95dca70b71a0786" providerId="LiveId" clId="{351B9856-7D42-4B59-8422-ED645EB4934A}" dt="2026-09-19T19:54:49.007" v="91"/>
          <ac:picMkLst>
            <pc:docMk/>
            <pc:sldMk cId="0" sldId="264"/>
            <ac:picMk id="14" creationId="{B0D37E3D-4DFD-84FB-80D5-163F92362EEF}"/>
          </ac:picMkLst>
        </pc:picChg>
        <pc:picChg chg="add del mod">
          <ac:chgData name="Alvaro Rodriguez" userId="f95dca70b71a0786" providerId="LiveId" clId="{351B9856-7D42-4B59-8422-ED645EB4934A}" dt="2026-09-19T19:54:51.419" v="107"/>
          <ac:picMkLst>
            <pc:docMk/>
            <pc:sldMk cId="0" sldId="264"/>
            <ac:picMk id="15" creationId="{08951C40-DD14-6F02-FEE8-5D629FC75AC4}"/>
          </ac:picMkLst>
        </pc:picChg>
        <pc:picChg chg="add del mod ord">
          <ac:chgData name="Alvaro Rodriguez" userId="f95dca70b71a0786" providerId="LiveId" clId="{351B9856-7D42-4B59-8422-ED645EB4934A}" dt="2026-09-19T20:01:01.550" v="112"/>
          <ac:picMkLst>
            <pc:docMk/>
            <pc:sldMk cId="0" sldId="264"/>
            <ac:picMk id="16" creationId="{7D039FB7-FE39-00DE-1769-95979AFF2B19}"/>
          </ac:picMkLst>
        </pc:picChg>
        <pc:picChg chg="add del mod">
          <ac:chgData name="Alvaro Rodriguez" userId="f95dca70b71a0786" providerId="LiveId" clId="{351B9856-7D42-4B59-8422-ED645EB4934A}" dt="2026-09-19T20:02:44.150" v="128"/>
          <ac:picMkLst>
            <pc:docMk/>
            <pc:sldMk cId="0" sldId="264"/>
            <ac:picMk id="17" creationId="{12CC2992-A829-8DF4-108C-A2526D1C5BB1}"/>
          </ac:picMkLst>
        </pc:picChg>
        <pc:picChg chg="add del mod ord">
          <ac:chgData name="Alvaro Rodriguez" userId="f95dca70b71a0786" providerId="LiveId" clId="{351B9856-7D42-4B59-8422-ED645EB4934A}" dt="2026-09-19T20:05:59.147" v="129"/>
          <ac:picMkLst>
            <pc:docMk/>
            <pc:sldMk cId="0" sldId="264"/>
            <ac:picMk id="18" creationId="{2C6A2E8F-8A57-EF9D-219C-9184475C4FBE}"/>
          </ac:picMkLst>
        </pc:picChg>
        <pc:picChg chg="add del mod">
          <ac:chgData name="Alvaro Rodriguez" userId="f95dca70b71a0786" providerId="LiveId" clId="{351B9856-7D42-4B59-8422-ED645EB4934A}" dt="2026-09-19T20:06:07.243" v="143"/>
          <ac:picMkLst>
            <pc:docMk/>
            <pc:sldMk cId="0" sldId="264"/>
            <ac:picMk id="19" creationId="{3B2ED30C-3CE6-C83D-F791-6414A28532A1}"/>
          </ac:picMkLst>
        </pc:picChg>
        <pc:picChg chg="add del mod ord">
          <ac:chgData name="Alvaro Rodriguez" userId="f95dca70b71a0786" providerId="LiveId" clId="{351B9856-7D42-4B59-8422-ED645EB4934A}" dt="2026-09-19T20:11:03.551" v="144"/>
          <ac:picMkLst>
            <pc:docMk/>
            <pc:sldMk cId="0" sldId="264"/>
            <ac:picMk id="20" creationId="{6133DFD2-C617-6A4C-9FA5-B51E7BC4C99F}"/>
          </ac:picMkLst>
        </pc:picChg>
        <pc:picChg chg="add del mod">
          <ac:chgData name="Alvaro Rodriguez" userId="f95dca70b71a0786" providerId="LiveId" clId="{351B9856-7D42-4B59-8422-ED645EB4934A}" dt="2026-09-19T20:20:20.886" v="153" actId="478"/>
          <ac:picMkLst>
            <pc:docMk/>
            <pc:sldMk cId="0" sldId="264"/>
            <ac:picMk id="21" creationId="{D145939D-335D-5E82-03CE-F3495E721708}"/>
          </ac:picMkLst>
        </pc:picChg>
      </pc:sldChg>
      <pc:sldChg chg="addSp delSp modSp mod modTransition delAnim modAnim">
        <pc:chgData name="Alvaro Rodriguez" userId="f95dca70b71a0786" providerId="LiveId" clId="{351B9856-7D42-4B59-8422-ED645EB4934A}" dt="2026-09-19T20:20:22.112" v="154" actId="478"/>
        <pc:sldMkLst>
          <pc:docMk/>
          <pc:sldMk cId="0" sldId="265"/>
        </pc:sldMkLst>
        <pc:picChg chg="add del mod">
          <ac:chgData name="Alvaro Rodriguez" userId="f95dca70b71a0786" providerId="LiveId" clId="{351B9856-7D42-4B59-8422-ED645EB4934A}" dt="2026-09-19T19:36:37.248" v="56"/>
          <ac:picMkLst>
            <pc:docMk/>
            <pc:sldMk cId="0" sldId="265"/>
            <ac:picMk id="6" creationId="{FE978A7A-0C32-3F1F-394B-5C120EF4E6FD}"/>
          </ac:picMkLst>
        </pc:picChg>
        <pc:picChg chg="add del mod ord">
          <ac:chgData name="Alvaro Rodriguez" userId="f95dca70b71a0786" providerId="LiveId" clId="{351B9856-7D42-4B59-8422-ED645EB4934A}" dt="2026-09-19T19:42:51.369" v="57"/>
          <ac:picMkLst>
            <pc:docMk/>
            <pc:sldMk cId="0" sldId="265"/>
            <ac:picMk id="10" creationId="{6E820751-5188-9E54-7A76-F67C35EFFCEB}"/>
          </ac:picMkLst>
        </pc:picChg>
        <pc:picChg chg="add del mod">
          <ac:chgData name="Alvaro Rodriguez" userId="f95dca70b71a0786" providerId="LiveId" clId="{351B9856-7D42-4B59-8422-ED645EB4934A}" dt="2026-09-19T19:44:21.930" v="73"/>
          <ac:picMkLst>
            <pc:docMk/>
            <pc:sldMk cId="0" sldId="265"/>
            <ac:picMk id="11" creationId="{7C9F6250-9C5D-C5E1-F821-E40F24B341E6}"/>
          </ac:picMkLst>
        </pc:picChg>
        <pc:picChg chg="add del mod ord">
          <ac:chgData name="Alvaro Rodriguez" userId="f95dca70b71a0786" providerId="LiveId" clId="{351B9856-7D42-4B59-8422-ED645EB4934A}" dt="2026-09-19T19:49:22.401" v="74"/>
          <ac:picMkLst>
            <pc:docMk/>
            <pc:sldMk cId="0" sldId="265"/>
            <ac:picMk id="12" creationId="{C8F0B653-BA66-0244-0A69-94D7E7B8FC96}"/>
          </ac:picMkLst>
        </pc:picChg>
        <pc:picChg chg="add del mod">
          <ac:chgData name="Alvaro Rodriguez" userId="f95dca70b71a0786" providerId="LiveId" clId="{351B9856-7D42-4B59-8422-ED645EB4934A}" dt="2026-09-19T19:50:26.336" v="90"/>
          <ac:picMkLst>
            <pc:docMk/>
            <pc:sldMk cId="0" sldId="265"/>
            <ac:picMk id="13" creationId="{E67E3BC5-6D90-C2DF-63B7-B8F47D6E0306}"/>
          </ac:picMkLst>
        </pc:picChg>
        <pc:picChg chg="add del mod ord">
          <ac:chgData name="Alvaro Rodriguez" userId="f95dca70b71a0786" providerId="LiveId" clId="{351B9856-7D42-4B59-8422-ED645EB4934A}" dt="2026-09-19T19:54:49.007" v="91"/>
          <ac:picMkLst>
            <pc:docMk/>
            <pc:sldMk cId="0" sldId="265"/>
            <ac:picMk id="14" creationId="{AC8B6596-2BEE-61A8-807F-E0609500CFB4}"/>
          </ac:picMkLst>
        </pc:picChg>
        <pc:picChg chg="add del mod">
          <ac:chgData name="Alvaro Rodriguez" userId="f95dca70b71a0786" providerId="LiveId" clId="{351B9856-7D42-4B59-8422-ED645EB4934A}" dt="2026-09-19T19:54:51.419" v="107"/>
          <ac:picMkLst>
            <pc:docMk/>
            <pc:sldMk cId="0" sldId="265"/>
            <ac:picMk id="15" creationId="{DE6EB920-B454-5F3A-F103-985CA48EF641}"/>
          </ac:picMkLst>
        </pc:picChg>
        <pc:picChg chg="add del mod ord">
          <ac:chgData name="Alvaro Rodriguez" userId="f95dca70b71a0786" providerId="LiveId" clId="{351B9856-7D42-4B59-8422-ED645EB4934A}" dt="2026-09-19T20:01:01.550" v="112"/>
          <ac:picMkLst>
            <pc:docMk/>
            <pc:sldMk cId="0" sldId="265"/>
            <ac:picMk id="16" creationId="{C6ED7CB7-7E95-C444-F014-E1E9493A6E26}"/>
          </ac:picMkLst>
        </pc:picChg>
        <pc:picChg chg="add del mod">
          <ac:chgData name="Alvaro Rodriguez" userId="f95dca70b71a0786" providerId="LiveId" clId="{351B9856-7D42-4B59-8422-ED645EB4934A}" dt="2026-09-19T20:02:44.150" v="128"/>
          <ac:picMkLst>
            <pc:docMk/>
            <pc:sldMk cId="0" sldId="265"/>
            <ac:picMk id="17" creationId="{4EF05C51-7A21-AB35-A7B6-713A03046FF2}"/>
          </ac:picMkLst>
        </pc:picChg>
        <pc:picChg chg="add del mod ord">
          <ac:chgData name="Alvaro Rodriguez" userId="f95dca70b71a0786" providerId="LiveId" clId="{351B9856-7D42-4B59-8422-ED645EB4934A}" dt="2026-09-19T20:05:59.147" v="129"/>
          <ac:picMkLst>
            <pc:docMk/>
            <pc:sldMk cId="0" sldId="265"/>
            <ac:picMk id="18" creationId="{CDC99D5F-BD8E-176A-87FB-9A2446953ACF}"/>
          </ac:picMkLst>
        </pc:picChg>
        <pc:picChg chg="add del mod">
          <ac:chgData name="Alvaro Rodriguez" userId="f95dca70b71a0786" providerId="LiveId" clId="{351B9856-7D42-4B59-8422-ED645EB4934A}" dt="2026-09-19T20:06:07.243" v="143"/>
          <ac:picMkLst>
            <pc:docMk/>
            <pc:sldMk cId="0" sldId="265"/>
            <ac:picMk id="19" creationId="{C3538062-00A2-1478-8B8E-AC26E9BAB857}"/>
          </ac:picMkLst>
        </pc:picChg>
        <pc:picChg chg="add del mod ord">
          <ac:chgData name="Alvaro Rodriguez" userId="f95dca70b71a0786" providerId="LiveId" clId="{351B9856-7D42-4B59-8422-ED645EB4934A}" dt="2026-09-19T20:11:03.551" v="144"/>
          <ac:picMkLst>
            <pc:docMk/>
            <pc:sldMk cId="0" sldId="265"/>
            <ac:picMk id="20" creationId="{BA25BD66-F1ED-081A-581A-8765D5EACD50}"/>
          </ac:picMkLst>
        </pc:picChg>
        <pc:picChg chg="add del mod">
          <ac:chgData name="Alvaro Rodriguez" userId="f95dca70b71a0786" providerId="LiveId" clId="{351B9856-7D42-4B59-8422-ED645EB4934A}" dt="2026-09-19T20:20:22.112" v="154" actId="478"/>
          <ac:picMkLst>
            <pc:docMk/>
            <pc:sldMk cId="0" sldId="265"/>
            <ac:picMk id="21" creationId="{B52BBE24-5FF6-1AAF-8AD6-93D78275B8D3}"/>
          </ac:picMkLst>
        </pc:picChg>
      </pc:sldChg>
      <pc:sldChg chg="addSp delSp modSp mod modTransition delAnim modAnim">
        <pc:chgData name="Alvaro Rodriguez" userId="f95dca70b71a0786" providerId="LiveId" clId="{351B9856-7D42-4B59-8422-ED645EB4934A}" dt="2026-09-19T20:20:23.268" v="155" actId="478"/>
        <pc:sldMkLst>
          <pc:docMk/>
          <pc:sldMk cId="0" sldId="266"/>
        </pc:sldMkLst>
        <pc:picChg chg="add del mod">
          <ac:chgData name="Alvaro Rodriguez" userId="f95dca70b71a0786" providerId="LiveId" clId="{351B9856-7D42-4B59-8422-ED645EB4934A}" dt="2026-09-19T19:36:37.248" v="56"/>
          <ac:picMkLst>
            <pc:docMk/>
            <pc:sldMk cId="0" sldId="266"/>
            <ac:picMk id="6" creationId="{B7F88886-02F6-D533-D0B7-069B6CDC7FBC}"/>
          </ac:picMkLst>
        </pc:picChg>
        <pc:picChg chg="add del mod ord">
          <ac:chgData name="Alvaro Rodriguez" userId="f95dca70b71a0786" providerId="LiveId" clId="{351B9856-7D42-4B59-8422-ED645EB4934A}" dt="2026-09-19T19:42:51.369" v="57"/>
          <ac:picMkLst>
            <pc:docMk/>
            <pc:sldMk cId="0" sldId="266"/>
            <ac:picMk id="10" creationId="{600D5E40-D49E-E784-0320-239AD9AC4CA2}"/>
          </ac:picMkLst>
        </pc:picChg>
        <pc:picChg chg="add del mod">
          <ac:chgData name="Alvaro Rodriguez" userId="f95dca70b71a0786" providerId="LiveId" clId="{351B9856-7D42-4B59-8422-ED645EB4934A}" dt="2026-09-19T19:44:21.930" v="73"/>
          <ac:picMkLst>
            <pc:docMk/>
            <pc:sldMk cId="0" sldId="266"/>
            <ac:picMk id="11" creationId="{8A65ECB9-8FFF-C038-F9F7-7C5C87C5F759}"/>
          </ac:picMkLst>
        </pc:picChg>
        <pc:picChg chg="add del mod ord">
          <ac:chgData name="Alvaro Rodriguez" userId="f95dca70b71a0786" providerId="LiveId" clId="{351B9856-7D42-4B59-8422-ED645EB4934A}" dt="2026-09-19T19:49:22.401" v="74"/>
          <ac:picMkLst>
            <pc:docMk/>
            <pc:sldMk cId="0" sldId="266"/>
            <ac:picMk id="12" creationId="{700CC443-7903-E7CC-6BE6-6C077210EFAB}"/>
          </ac:picMkLst>
        </pc:picChg>
        <pc:picChg chg="add del mod">
          <ac:chgData name="Alvaro Rodriguez" userId="f95dca70b71a0786" providerId="LiveId" clId="{351B9856-7D42-4B59-8422-ED645EB4934A}" dt="2026-09-19T19:50:26.336" v="90"/>
          <ac:picMkLst>
            <pc:docMk/>
            <pc:sldMk cId="0" sldId="266"/>
            <ac:picMk id="13" creationId="{E1031F6C-0F50-32A5-63AB-D447752BBB8A}"/>
          </ac:picMkLst>
        </pc:picChg>
        <pc:picChg chg="add del mod ord">
          <ac:chgData name="Alvaro Rodriguez" userId="f95dca70b71a0786" providerId="LiveId" clId="{351B9856-7D42-4B59-8422-ED645EB4934A}" dt="2026-09-19T19:54:49.007" v="91"/>
          <ac:picMkLst>
            <pc:docMk/>
            <pc:sldMk cId="0" sldId="266"/>
            <ac:picMk id="14" creationId="{29C5EDFB-AAE5-7EFB-3E27-44582825F22E}"/>
          </ac:picMkLst>
        </pc:picChg>
        <pc:picChg chg="add del mod">
          <ac:chgData name="Alvaro Rodriguez" userId="f95dca70b71a0786" providerId="LiveId" clId="{351B9856-7D42-4B59-8422-ED645EB4934A}" dt="2026-09-19T19:54:51.419" v="107"/>
          <ac:picMkLst>
            <pc:docMk/>
            <pc:sldMk cId="0" sldId="266"/>
            <ac:picMk id="15" creationId="{49F64DBD-4A7B-8E75-DF41-FAF8966182B2}"/>
          </ac:picMkLst>
        </pc:picChg>
        <pc:picChg chg="add del mod ord">
          <ac:chgData name="Alvaro Rodriguez" userId="f95dca70b71a0786" providerId="LiveId" clId="{351B9856-7D42-4B59-8422-ED645EB4934A}" dt="2026-09-19T20:01:01.550" v="112"/>
          <ac:picMkLst>
            <pc:docMk/>
            <pc:sldMk cId="0" sldId="266"/>
            <ac:picMk id="16" creationId="{17A4FD69-D622-E800-8411-19C3AFBFB4B6}"/>
          </ac:picMkLst>
        </pc:picChg>
        <pc:picChg chg="add del mod">
          <ac:chgData name="Alvaro Rodriguez" userId="f95dca70b71a0786" providerId="LiveId" clId="{351B9856-7D42-4B59-8422-ED645EB4934A}" dt="2026-09-19T20:02:44.150" v="128"/>
          <ac:picMkLst>
            <pc:docMk/>
            <pc:sldMk cId="0" sldId="266"/>
            <ac:picMk id="17" creationId="{84F519AC-FED5-53FA-75EA-170A79D6B6D8}"/>
          </ac:picMkLst>
        </pc:picChg>
        <pc:picChg chg="add del mod ord">
          <ac:chgData name="Alvaro Rodriguez" userId="f95dca70b71a0786" providerId="LiveId" clId="{351B9856-7D42-4B59-8422-ED645EB4934A}" dt="2026-09-19T20:05:59.147" v="129"/>
          <ac:picMkLst>
            <pc:docMk/>
            <pc:sldMk cId="0" sldId="266"/>
            <ac:picMk id="18" creationId="{CE638CFB-E90E-8DBB-1AAD-AD854896A4DE}"/>
          </ac:picMkLst>
        </pc:picChg>
        <pc:picChg chg="add del mod">
          <ac:chgData name="Alvaro Rodriguez" userId="f95dca70b71a0786" providerId="LiveId" clId="{351B9856-7D42-4B59-8422-ED645EB4934A}" dt="2026-09-19T20:06:07.243" v="143"/>
          <ac:picMkLst>
            <pc:docMk/>
            <pc:sldMk cId="0" sldId="266"/>
            <ac:picMk id="19" creationId="{D3202D03-4DA5-4354-D3D3-E275ED992BE1}"/>
          </ac:picMkLst>
        </pc:picChg>
        <pc:picChg chg="add del mod ord">
          <ac:chgData name="Alvaro Rodriguez" userId="f95dca70b71a0786" providerId="LiveId" clId="{351B9856-7D42-4B59-8422-ED645EB4934A}" dt="2026-09-19T20:11:03.551" v="144"/>
          <ac:picMkLst>
            <pc:docMk/>
            <pc:sldMk cId="0" sldId="266"/>
            <ac:picMk id="20" creationId="{433FDB5C-73CC-4BFF-56BD-E8502777BDD8}"/>
          </ac:picMkLst>
        </pc:picChg>
        <pc:picChg chg="add del mod">
          <ac:chgData name="Alvaro Rodriguez" userId="f95dca70b71a0786" providerId="LiveId" clId="{351B9856-7D42-4B59-8422-ED645EB4934A}" dt="2026-09-19T20:20:23.268" v="155" actId="478"/>
          <ac:picMkLst>
            <pc:docMk/>
            <pc:sldMk cId="0" sldId="266"/>
            <ac:picMk id="21" creationId="{D6F856C2-CE4F-791E-3C4F-225AAFBBCDAA}"/>
          </ac:picMkLst>
        </pc:picChg>
      </pc:sldChg>
      <pc:sldChg chg="addSp delSp modSp mod modTransition delAnim modAnim">
        <pc:chgData name="Alvaro Rodriguez" userId="f95dca70b71a0786" providerId="LiveId" clId="{351B9856-7D42-4B59-8422-ED645EB4934A}" dt="2026-09-19T20:20:24.372" v="156" actId="478"/>
        <pc:sldMkLst>
          <pc:docMk/>
          <pc:sldMk cId="0" sldId="267"/>
        </pc:sldMkLst>
        <pc:picChg chg="add del mod">
          <ac:chgData name="Alvaro Rodriguez" userId="f95dca70b71a0786" providerId="LiveId" clId="{351B9856-7D42-4B59-8422-ED645EB4934A}" dt="2026-09-19T19:36:37.248" v="56"/>
          <ac:picMkLst>
            <pc:docMk/>
            <pc:sldMk cId="0" sldId="267"/>
            <ac:picMk id="5" creationId="{6635AFD3-B1C7-17F9-A895-74F51A828A21}"/>
          </ac:picMkLst>
        </pc:picChg>
        <pc:picChg chg="add del mod ord">
          <ac:chgData name="Alvaro Rodriguez" userId="f95dca70b71a0786" providerId="LiveId" clId="{351B9856-7D42-4B59-8422-ED645EB4934A}" dt="2026-09-19T19:42:51.369" v="57"/>
          <ac:picMkLst>
            <pc:docMk/>
            <pc:sldMk cId="0" sldId="267"/>
            <ac:picMk id="9" creationId="{C151A7CC-BFB8-2373-F0FC-5D57D91D9357}"/>
          </ac:picMkLst>
        </pc:picChg>
        <pc:picChg chg="add del mod">
          <ac:chgData name="Alvaro Rodriguez" userId="f95dca70b71a0786" providerId="LiveId" clId="{351B9856-7D42-4B59-8422-ED645EB4934A}" dt="2026-09-19T19:44:21.930" v="73"/>
          <ac:picMkLst>
            <pc:docMk/>
            <pc:sldMk cId="0" sldId="267"/>
            <ac:picMk id="10" creationId="{D9696120-8A9F-074F-5FA0-D113FE281D13}"/>
          </ac:picMkLst>
        </pc:picChg>
        <pc:picChg chg="add del mod ord">
          <ac:chgData name="Alvaro Rodriguez" userId="f95dca70b71a0786" providerId="LiveId" clId="{351B9856-7D42-4B59-8422-ED645EB4934A}" dt="2026-09-19T19:49:22.401" v="74"/>
          <ac:picMkLst>
            <pc:docMk/>
            <pc:sldMk cId="0" sldId="267"/>
            <ac:picMk id="11" creationId="{DD4A49EE-976D-304A-194D-F70E6F83AFC3}"/>
          </ac:picMkLst>
        </pc:picChg>
        <pc:picChg chg="add del mod">
          <ac:chgData name="Alvaro Rodriguez" userId="f95dca70b71a0786" providerId="LiveId" clId="{351B9856-7D42-4B59-8422-ED645EB4934A}" dt="2026-09-19T19:50:26.336" v="90"/>
          <ac:picMkLst>
            <pc:docMk/>
            <pc:sldMk cId="0" sldId="267"/>
            <ac:picMk id="12" creationId="{98A02C03-44A5-3A0B-AF1E-DA049259DC04}"/>
          </ac:picMkLst>
        </pc:picChg>
        <pc:picChg chg="add del mod ord">
          <ac:chgData name="Alvaro Rodriguez" userId="f95dca70b71a0786" providerId="LiveId" clId="{351B9856-7D42-4B59-8422-ED645EB4934A}" dt="2026-09-19T19:54:49.007" v="91"/>
          <ac:picMkLst>
            <pc:docMk/>
            <pc:sldMk cId="0" sldId="267"/>
            <ac:picMk id="13" creationId="{D4414251-4103-8B4F-8D33-6E467E772CCF}"/>
          </ac:picMkLst>
        </pc:picChg>
        <pc:picChg chg="add del mod">
          <ac:chgData name="Alvaro Rodriguez" userId="f95dca70b71a0786" providerId="LiveId" clId="{351B9856-7D42-4B59-8422-ED645EB4934A}" dt="2026-09-19T19:54:51.419" v="107"/>
          <ac:picMkLst>
            <pc:docMk/>
            <pc:sldMk cId="0" sldId="267"/>
            <ac:picMk id="14" creationId="{F201DB3A-DB03-B083-644C-B2C74A7CE726}"/>
          </ac:picMkLst>
        </pc:picChg>
        <pc:picChg chg="add del mod ord">
          <ac:chgData name="Alvaro Rodriguez" userId="f95dca70b71a0786" providerId="LiveId" clId="{351B9856-7D42-4B59-8422-ED645EB4934A}" dt="2026-09-19T20:01:01.550" v="112"/>
          <ac:picMkLst>
            <pc:docMk/>
            <pc:sldMk cId="0" sldId="267"/>
            <ac:picMk id="15" creationId="{8F54FEBB-A558-5DF0-4159-516FD27E455E}"/>
          </ac:picMkLst>
        </pc:picChg>
        <pc:picChg chg="add del mod">
          <ac:chgData name="Alvaro Rodriguez" userId="f95dca70b71a0786" providerId="LiveId" clId="{351B9856-7D42-4B59-8422-ED645EB4934A}" dt="2026-09-19T20:02:44.150" v="128"/>
          <ac:picMkLst>
            <pc:docMk/>
            <pc:sldMk cId="0" sldId="267"/>
            <ac:picMk id="16" creationId="{0DB9ED7D-D1FD-6F44-7BE5-300E5AE7F739}"/>
          </ac:picMkLst>
        </pc:picChg>
        <pc:picChg chg="add del mod ord">
          <ac:chgData name="Alvaro Rodriguez" userId="f95dca70b71a0786" providerId="LiveId" clId="{351B9856-7D42-4B59-8422-ED645EB4934A}" dt="2026-09-19T20:05:59.147" v="129"/>
          <ac:picMkLst>
            <pc:docMk/>
            <pc:sldMk cId="0" sldId="267"/>
            <ac:picMk id="17" creationId="{173C228C-8FEB-A289-11E3-B865E8CF5C34}"/>
          </ac:picMkLst>
        </pc:picChg>
        <pc:picChg chg="add del mod">
          <ac:chgData name="Alvaro Rodriguez" userId="f95dca70b71a0786" providerId="LiveId" clId="{351B9856-7D42-4B59-8422-ED645EB4934A}" dt="2026-09-19T20:06:07.243" v="143"/>
          <ac:picMkLst>
            <pc:docMk/>
            <pc:sldMk cId="0" sldId="267"/>
            <ac:picMk id="18" creationId="{555B3A3D-EEB3-4672-41F1-849F53709BE2}"/>
          </ac:picMkLst>
        </pc:picChg>
        <pc:picChg chg="add del mod ord">
          <ac:chgData name="Alvaro Rodriguez" userId="f95dca70b71a0786" providerId="LiveId" clId="{351B9856-7D42-4B59-8422-ED645EB4934A}" dt="2026-09-19T20:11:03.551" v="144"/>
          <ac:picMkLst>
            <pc:docMk/>
            <pc:sldMk cId="0" sldId="267"/>
            <ac:picMk id="19" creationId="{FCADFFD8-BC39-8EE8-D259-18F88F5D2AA6}"/>
          </ac:picMkLst>
        </pc:picChg>
        <pc:picChg chg="add del mod">
          <ac:chgData name="Alvaro Rodriguez" userId="f95dca70b71a0786" providerId="LiveId" clId="{351B9856-7D42-4B59-8422-ED645EB4934A}" dt="2026-09-19T20:20:24.372" v="156" actId="478"/>
          <ac:picMkLst>
            <pc:docMk/>
            <pc:sldMk cId="0" sldId="267"/>
            <ac:picMk id="20" creationId="{C71ECFAF-D651-4087-586E-BDEE3D885273}"/>
          </ac:picMkLst>
        </pc:picChg>
      </pc:sldChg>
      <pc:sldChg chg="addSp delSp modSp mod modTransition delAnim modAnim">
        <pc:chgData name="Alvaro Rodriguez" userId="f95dca70b71a0786" providerId="LiveId" clId="{351B9856-7D42-4B59-8422-ED645EB4934A}" dt="2026-09-19T20:20:25.443" v="157" actId="478"/>
        <pc:sldMkLst>
          <pc:docMk/>
          <pc:sldMk cId="0" sldId="268"/>
        </pc:sldMkLst>
        <pc:picChg chg="add del mod">
          <ac:chgData name="Alvaro Rodriguez" userId="f95dca70b71a0786" providerId="LiveId" clId="{351B9856-7D42-4B59-8422-ED645EB4934A}" dt="2026-09-19T19:36:37.248" v="56"/>
          <ac:picMkLst>
            <pc:docMk/>
            <pc:sldMk cId="0" sldId="268"/>
            <ac:picMk id="6" creationId="{461A5204-2C1F-7D65-1B2D-B6A7E0A68787}"/>
          </ac:picMkLst>
        </pc:picChg>
        <pc:picChg chg="add del mod ord">
          <ac:chgData name="Alvaro Rodriguez" userId="f95dca70b71a0786" providerId="LiveId" clId="{351B9856-7D42-4B59-8422-ED645EB4934A}" dt="2026-09-19T19:42:51.369" v="57"/>
          <ac:picMkLst>
            <pc:docMk/>
            <pc:sldMk cId="0" sldId="268"/>
            <ac:picMk id="9" creationId="{E52BD2A3-6278-AEC4-ACD6-648FBB7636E9}"/>
          </ac:picMkLst>
        </pc:picChg>
        <pc:picChg chg="add del mod">
          <ac:chgData name="Alvaro Rodriguez" userId="f95dca70b71a0786" providerId="LiveId" clId="{351B9856-7D42-4B59-8422-ED645EB4934A}" dt="2026-09-19T19:44:21.930" v="73"/>
          <ac:picMkLst>
            <pc:docMk/>
            <pc:sldMk cId="0" sldId="268"/>
            <ac:picMk id="10" creationId="{59C5AB18-8F27-13C4-9E92-0729082DD489}"/>
          </ac:picMkLst>
        </pc:picChg>
        <pc:picChg chg="add del mod ord">
          <ac:chgData name="Alvaro Rodriguez" userId="f95dca70b71a0786" providerId="LiveId" clId="{351B9856-7D42-4B59-8422-ED645EB4934A}" dt="2026-09-19T19:49:22.401" v="74"/>
          <ac:picMkLst>
            <pc:docMk/>
            <pc:sldMk cId="0" sldId="268"/>
            <ac:picMk id="11" creationId="{3F155543-75A4-6C31-201E-C262BDA163F9}"/>
          </ac:picMkLst>
        </pc:picChg>
        <pc:picChg chg="add del mod">
          <ac:chgData name="Alvaro Rodriguez" userId="f95dca70b71a0786" providerId="LiveId" clId="{351B9856-7D42-4B59-8422-ED645EB4934A}" dt="2026-09-19T19:50:26.336" v="90"/>
          <ac:picMkLst>
            <pc:docMk/>
            <pc:sldMk cId="0" sldId="268"/>
            <ac:picMk id="12" creationId="{60B0C32B-7B8E-6E53-CFCE-D615C4DDD62F}"/>
          </ac:picMkLst>
        </pc:picChg>
        <pc:picChg chg="add del mod ord">
          <ac:chgData name="Alvaro Rodriguez" userId="f95dca70b71a0786" providerId="LiveId" clId="{351B9856-7D42-4B59-8422-ED645EB4934A}" dt="2026-09-19T19:54:49.007" v="91"/>
          <ac:picMkLst>
            <pc:docMk/>
            <pc:sldMk cId="0" sldId="268"/>
            <ac:picMk id="13" creationId="{DE3AA116-315A-6220-0C94-A0A065888B66}"/>
          </ac:picMkLst>
        </pc:picChg>
        <pc:picChg chg="add del mod">
          <ac:chgData name="Alvaro Rodriguez" userId="f95dca70b71a0786" providerId="LiveId" clId="{351B9856-7D42-4B59-8422-ED645EB4934A}" dt="2026-09-19T19:54:51.419" v="107"/>
          <ac:picMkLst>
            <pc:docMk/>
            <pc:sldMk cId="0" sldId="268"/>
            <ac:picMk id="14" creationId="{18EAFDAC-E3E1-9FD9-EEA4-5FDE46F26743}"/>
          </ac:picMkLst>
        </pc:picChg>
        <pc:picChg chg="add del mod ord">
          <ac:chgData name="Alvaro Rodriguez" userId="f95dca70b71a0786" providerId="LiveId" clId="{351B9856-7D42-4B59-8422-ED645EB4934A}" dt="2026-09-19T20:01:01.550" v="112"/>
          <ac:picMkLst>
            <pc:docMk/>
            <pc:sldMk cId="0" sldId="268"/>
            <ac:picMk id="15" creationId="{C8BF0764-D7C6-0ACE-9A5B-9CCAAD2E022F}"/>
          </ac:picMkLst>
        </pc:picChg>
        <pc:picChg chg="add del mod">
          <ac:chgData name="Alvaro Rodriguez" userId="f95dca70b71a0786" providerId="LiveId" clId="{351B9856-7D42-4B59-8422-ED645EB4934A}" dt="2026-09-19T20:02:44.150" v="128"/>
          <ac:picMkLst>
            <pc:docMk/>
            <pc:sldMk cId="0" sldId="268"/>
            <ac:picMk id="16" creationId="{80747D6E-7207-7209-126D-3DC20F167DF4}"/>
          </ac:picMkLst>
        </pc:picChg>
        <pc:picChg chg="add del mod ord">
          <ac:chgData name="Alvaro Rodriguez" userId="f95dca70b71a0786" providerId="LiveId" clId="{351B9856-7D42-4B59-8422-ED645EB4934A}" dt="2026-09-19T20:05:59.147" v="129"/>
          <ac:picMkLst>
            <pc:docMk/>
            <pc:sldMk cId="0" sldId="268"/>
            <ac:picMk id="17" creationId="{811D9943-191B-22D0-284B-3CAF57C4E4C1}"/>
          </ac:picMkLst>
        </pc:picChg>
        <pc:picChg chg="add del mod">
          <ac:chgData name="Alvaro Rodriguez" userId="f95dca70b71a0786" providerId="LiveId" clId="{351B9856-7D42-4B59-8422-ED645EB4934A}" dt="2026-09-19T20:06:07.243" v="143"/>
          <ac:picMkLst>
            <pc:docMk/>
            <pc:sldMk cId="0" sldId="268"/>
            <ac:picMk id="18" creationId="{42946F87-FAA4-DED2-7895-248A0FE78675}"/>
          </ac:picMkLst>
        </pc:picChg>
        <pc:picChg chg="add del mod ord">
          <ac:chgData name="Alvaro Rodriguez" userId="f95dca70b71a0786" providerId="LiveId" clId="{351B9856-7D42-4B59-8422-ED645EB4934A}" dt="2026-09-19T20:11:03.551" v="144"/>
          <ac:picMkLst>
            <pc:docMk/>
            <pc:sldMk cId="0" sldId="268"/>
            <ac:picMk id="21" creationId="{03BFF0F2-2B4C-1C3E-EFBC-8280B537AA50}"/>
          </ac:picMkLst>
        </pc:picChg>
        <pc:picChg chg="add del mod">
          <ac:chgData name="Alvaro Rodriguez" userId="f95dca70b71a0786" providerId="LiveId" clId="{351B9856-7D42-4B59-8422-ED645EB4934A}" dt="2026-09-19T20:20:25.443" v="157" actId="478"/>
          <ac:picMkLst>
            <pc:docMk/>
            <pc:sldMk cId="0" sldId="268"/>
            <ac:picMk id="22" creationId="{F9A11203-1C19-979C-2738-3A9C23C011A1}"/>
          </ac:picMkLst>
        </pc:picChg>
      </pc:sldChg>
      <pc:sldChg chg="addSp delSp modSp mod modTransition delAnim modAnim">
        <pc:chgData name="Alvaro Rodriguez" userId="f95dca70b71a0786" providerId="LiveId" clId="{351B9856-7D42-4B59-8422-ED645EB4934A}" dt="2026-09-19T20:20:26.708" v="158" actId="478"/>
        <pc:sldMkLst>
          <pc:docMk/>
          <pc:sldMk cId="0" sldId="269"/>
        </pc:sldMkLst>
        <pc:picChg chg="add del mod">
          <ac:chgData name="Alvaro Rodriguez" userId="f95dca70b71a0786" providerId="LiveId" clId="{351B9856-7D42-4B59-8422-ED645EB4934A}" dt="2026-09-19T19:36:37.248" v="56"/>
          <ac:picMkLst>
            <pc:docMk/>
            <pc:sldMk cId="0" sldId="269"/>
            <ac:picMk id="6" creationId="{E0D0649B-30E5-E0E5-EF20-A1DA177F1035}"/>
          </ac:picMkLst>
        </pc:picChg>
        <pc:picChg chg="add del mod ord">
          <ac:chgData name="Alvaro Rodriguez" userId="f95dca70b71a0786" providerId="LiveId" clId="{351B9856-7D42-4B59-8422-ED645EB4934A}" dt="2026-09-19T19:42:51.369" v="57"/>
          <ac:picMkLst>
            <pc:docMk/>
            <pc:sldMk cId="0" sldId="269"/>
            <ac:picMk id="9" creationId="{53E495CC-A906-A4E7-5A99-AD261E0D2F4D}"/>
          </ac:picMkLst>
        </pc:picChg>
        <pc:picChg chg="add del mod">
          <ac:chgData name="Alvaro Rodriguez" userId="f95dca70b71a0786" providerId="LiveId" clId="{351B9856-7D42-4B59-8422-ED645EB4934A}" dt="2026-09-19T19:44:21.930" v="73"/>
          <ac:picMkLst>
            <pc:docMk/>
            <pc:sldMk cId="0" sldId="269"/>
            <ac:picMk id="10" creationId="{AC3FE68E-30F2-F943-7579-1D2A70FA7507}"/>
          </ac:picMkLst>
        </pc:picChg>
        <pc:picChg chg="add del mod ord">
          <ac:chgData name="Alvaro Rodriguez" userId="f95dca70b71a0786" providerId="LiveId" clId="{351B9856-7D42-4B59-8422-ED645EB4934A}" dt="2026-09-19T19:49:22.401" v="74"/>
          <ac:picMkLst>
            <pc:docMk/>
            <pc:sldMk cId="0" sldId="269"/>
            <ac:picMk id="11" creationId="{BEBAC544-C091-DFD1-9F3C-FD86407C213C}"/>
          </ac:picMkLst>
        </pc:picChg>
        <pc:picChg chg="add del mod">
          <ac:chgData name="Alvaro Rodriguez" userId="f95dca70b71a0786" providerId="LiveId" clId="{351B9856-7D42-4B59-8422-ED645EB4934A}" dt="2026-09-19T19:50:26.336" v="90"/>
          <ac:picMkLst>
            <pc:docMk/>
            <pc:sldMk cId="0" sldId="269"/>
            <ac:picMk id="12" creationId="{22C49300-4C6D-008B-DA72-C5B222F11CB9}"/>
          </ac:picMkLst>
        </pc:picChg>
        <pc:picChg chg="add del mod ord">
          <ac:chgData name="Alvaro Rodriguez" userId="f95dca70b71a0786" providerId="LiveId" clId="{351B9856-7D42-4B59-8422-ED645EB4934A}" dt="2026-09-19T19:54:49.007" v="91"/>
          <ac:picMkLst>
            <pc:docMk/>
            <pc:sldMk cId="0" sldId="269"/>
            <ac:picMk id="13" creationId="{0464CF5F-A09C-DB2B-AF20-46FE2719F7CC}"/>
          </ac:picMkLst>
        </pc:picChg>
        <pc:picChg chg="add del mod">
          <ac:chgData name="Alvaro Rodriguez" userId="f95dca70b71a0786" providerId="LiveId" clId="{351B9856-7D42-4B59-8422-ED645EB4934A}" dt="2026-09-19T19:54:51.419" v="107"/>
          <ac:picMkLst>
            <pc:docMk/>
            <pc:sldMk cId="0" sldId="269"/>
            <ac:picMk id="14" creationId="{189D6E74-462C-F53E-3303-F980C2B90DDF}"/>
          </ac:picMkLst>
        </pc:picChg>
        <pc:picChg chg="add del mod ord">
          <ac:chgData name="Alvaro Rodriguez" userId="f95dca70b71a0786" providerId="LiveId" clId="{351B9856-7D42-4B59-8422-ED645EB4934A}" dt="2026-09-19T20:01:01.550" v="112"/>
          <ac:picMkLst>
            <pc:docMk/>
            <pc:sldMk cId="0" sldId="269"/>
            <ac:picMk id="15" creationId="{D207A6CE-BFD4-E1E9-7320-64FB5ED5982B}"/>
          </ac:picMkLst>
        </pc:picChg>
        <pc:picChg chg="add del mod">
          <ac:chgData name="Alvaro Rodriguez" userId="f95dca70b71a0786" providerId="LiveId" clId="{351B9856-7D42-4B59-8422-ED645EB4934A}" dt="2026-09-19T20:02:44.150" v="128"/>
          <ac:picMkLst>
            <pc:docMk/>
            <pc:sldMk cId="0" sldId="269"/>
            <ac:picMk id="16" creationId="{59DCDE4D-0E33-1A90-DC06-DFD65A6C55AA}"/>
          </ac:picMkLst>
        </pc:picChg>
        <pc:picChg chg="add del mod ord">
          <ac:chgData name="Alvaro Rodriguez" userId="f95dca70b71a0786" providerId="LiveId" clId="{351B9856-7D42-4B59-8422-ED645EB4934A}" dt="2026-09-19T20:11:03.551" v="144"/>
          <ac:picMkLst>
            <pc:docMk/>
            <pc:sldMk cId="0" sldId="269"/>
            <ac:picMk id="17" creationId="{CD1A23F0-95F8-A484-6141-94713BF4AAFD}"/>
          </ac:picMkLst>
        </pc:picChg>
        <pc:picChg chg="add del mod">
          <ac:chgData name="Alvaro Rodriguez" userId="f95dca70b71a0786" providerId="LiveId" clId="{351B9856-7D42-4B59-8422-ED645EB4934A}" dt="2026-09-19T20:20:26.708" v="158" actId="478"/>
          <ac:picMkLst>
            <pc:docMk/>
            <pc:sldMk cId="0" sldId="269"/>
            <ac:picMk id="18" creationId="{1DEC8E44-F053-315E-6AE7-B58E7FD68124}"/>
          </ac:picMkLst>
        </pc:picChg>
      </pc:sldChg>
      <pc:sldChg chg="addSp delSp modSp mod modTransition delAnim modAnim">
        <pc:chgData name="Alvaro Rodriguez" userId="f95dca70b71a0786" providerId="LiveId" clId="{351B9856-7D42-4B59-8422-ED645EB4934A}" dt="2026-09-19T20:20:28.166" v="159" actId="478"/>
        <pc:sldMkLst>
          <pc:docMk/>
          <pc:sldMk cId="0" sldId="270"/>
        </pc:sldMkLst>
        <pc:picChg chg="add del mod">
          <ac:chgData name="Alvaro Rodriguez" userId="f95dca70b71a0786" providerId="LiveId" clId="{351B9856-7D42-4B59-8422-ED645EB4934A}" dt="2026-09-19T19:36:37.248" v="56"/>
          <ac:picMkLst>
            <pc:docMk/>
            <pc:sldMk cId="0" sldId="270"/>
            <ac:picMk id="6" creationId="{4CECF87A-A44C-B99B-A8A6-4A45420D6425}"/>
          </ac:picMkLst>
        </pc:picChg>
        <pc:picChg chg="add del mod ord">
          <ac:chgData name="Alvaro Rodriguez" userId="f95dca70b71a0786" providerId="LiveId" clId="{351B9856-7D42-4B59-8422-ED645EB4934A}" dt="2026-09-19T19:42:51.369" v="57"/>
          <ac:picMkLst>
            <pc:docMk/>
            <pc:sldMk cId="0" sldId="270"/>
            <ac:picMk id="10" creationId="{5D7BFCEA-BB5B-FF5B-9E67-7274FA3E87A6}"/>
          </ac:picMkLst>
        </pc:picChg>
        <pc:picChg chg="add del mod">
          <ac:chgData name="Alvaro Rodriguez" userId="f95dca70b71a0786" providerId="LiveId" clId="{351B9856-7D42-4B59-8422-ED645EB4934A}" dt="2026-09-19T19:44:21.930" v="73"/>
          <ac:picMkLst>
            <pc:docMk/>
            <pc:sldMk cId="0" sldId="270"/>
            <ac:picMk id="11" creationId="{00091F88-CC48-B6E1-7B53-49FD28DD3101}"/>
          </ac:picMkLst>
        </pc:picChg>
        <pc:picChg chg="add del mod ord">
          <ac:chgData name="Alvaro Rodriguez" userId="f95dca70b71a0786" providerId="LiveId" clId="{351B9856-7D42-4B59-8422-ED645EB4934A}" dt="2026-09-19T19:49:22.401" v="74"/>
          <ac:picMkLst>
            <pc:docMk/>
            <pc:sldMk cId="0" sldId="270"/>
            <ac:picMk id="14" creationId="{3C181624-B002-652D-2C5F-5F7EAFC0186C}"/>
          </ac:picMkLst>
        </pc:picChg>
        <pc:picChg chg="add del mod">
          <ac:chgData name="Alvaro Rodriguez" userId="f95dca70b71a0786" providerId="LiveId" clId="{351B9856-7D42-4B59-8422-ED645EB4934A}" dt="2026-09-19T19:50:26.336" v="90"/>
          <ac:picMkLst>
            <pc:docMk/>
            <pc:sldMk cId="0" sldId="270"/>
            <ac:picMk id="15" creationId="{19129882-4733-BC1E-A0C0-2980DED48F3D}"/>
          </ac:picMkLst>
        </pc:picChg>
        <pc:picChg chg="add del mod ord">
          <ac:chgData name="Alvaro Rodriguez" userId="f95dca70b71a0786" providerId="LiveId" clId="{351B9856-7D42-4B59-8422-ED645EB4934A}" dt="2026-09-19T19:54:49.007" v="91"/>
          <ac:picMkLst>
            <pc:docMk/>
            <pc:sldMk cId="0" sldId="270"/>
            <ac:picMk id="18" creationId="{7C9DE25C-F74A-669D-7C1C-FB677BB56D3D}"/>
          </ac:picMkLst>
        </pc:picChg>
        <pc:picChg chg="add del mod">
          <ac:chgData name="Alvaro Rodriguez" userId="f95dca70b71a0786" providerId="LiveId" clId="{351B9856-7D42-4B59-8422-ED645EB4934A}" dt="2026-09-19T19:54:51.419" v="107"/>
          <ac:picMkLst>
            <pc:docMk/>
            <pc:sldMk cId="0" sldId="270"/>
            <ac:picMk id="19" creationId="{4143A047-757C-601F-907A-1680BC91CA6E}"/>
          </ac:picMkLst>
        </pc:picChg>
        <pc:picChg chg="add del mod ord">
          <ac:chgData name="Alvaro Rodriguez" userId="f95dca70b71a0786" providerId="LiveId" clId="{351B9856-7D42-4B59-8422-ED645EB4934A}" dt="2026-09-19T20:01:01.550" v="112"/>
          <ac:picMkLst>
            <pc:docMk/>
            <pc:sldMk cId="0" sldId="270"/>
            <ac:picMk id="22" creationId="{D1AE484D-25D0-DD42-D8CF-DA0A3460BA04}"/>
          </ac:picMkLst>
        </pc:picChg>
        <pc:picChg chg="add del mod">
          <ac:chgData name="Alvaro Rodriguez" userId="f95dca70b71a0786" providerId="LiveId" clId="{351B9856-7D42-4B59-8422-ED645EB4934A}" dt="2026-09-19T20:02:44.150" v="128"/>
          <ac:picMkLst>
            <pc:docMk/>
            <pc:sldMk cId="0" sldId="270"/>
            <ac:picMk id="23" creationId="{0516EA06-7158-9FC0-FC4B-803A220050DF}"/>
          </ac:picMkLst>
        </pc:picChg>
        <pc:picChg chg="add del mod ord">
          <ac:chgData name="Alvaro Rodriguez" userId="f95dca70b71a0786" providerId="LiveId" clId="{351B9856-7D42-4B59-8422-ED645EB4934A}" dt="2026-09-19T20:11:03.551" v="144"/>
          <ac:picMkLst>
            <pc:docMk/>
            <pc:sldMk cId="0" sldId="270"/>
            <ac:picMk id="26" creationId="{674D86CB-2F95-E95F-C68B-C271EABB433A}"/>
          </ac:picMkLst>
        </pc:picChg>
        <pc:picChg chg="add del mod">
          <ac:chgData name="Alvaro Rodriguez" userId="f95dca70b71a0786" providerId="LiveId" clId="{351B9856-7D42-4B59-8422-ED645EB4934A}" dt="2026-09-19T20:20:28.166" v="159" actId="478"/>
          <ac:picMkLst>
            <pc:docMk/>
            <pc:sldMk cId="0" sldId="270"/>
            <ac:picMk id="27" creationId="{966E0B0E-117F-153B-7961-ED931D48AE1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de39ef2-bfda-4a08-9f5c-985183a2f0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235" y="0"/>
            <a:ext cx="573952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07"/>
    </mc:Choice>
    <mc:Fallback xmlns="">
      <p:transition spd="slow" advTm="1320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5B4C"/>
                </a:solidFill>
                <a:latin typeface="Verdana"/>
              </a:defRPr>
            </a:pPr>
            <a:r>
              <a:t>Contexto: del mercado de fichajes a la toma de decisiones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645E"/>
                </a:solidFill>
                <a:latin typeface="Verdana"/>
              </a:defRPr>
            </a:pPr>
            <a:r>
              <a:t>El valor de un futbolista puede convertirse en una oportunidad de análisis y negocio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57400"/>
            <a:ext cx="2487168" cy="3154680"/>
          </a:xfrm>
          <a:prstGeom prst="roundRect">
            <a:avLst/>
          </a:prstGeom>
          <a:solidFill>
            <a:srgbClr val="EEF7F3"/>
          </a:solidFill>
          <a:ln w="15240">
            <a:solidFill>
              <a:srgbClr val="BE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2585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E7A"/>
                </a:solidFill>
                <a:latin typeface="Verdana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15768"/>
            <a:ext cx="212140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4B40"/>
                </a:solidFill>
                <a:latin typeface="Verdana"/>
              </a:defRPr>
            </a:pPr>
            <a:r>
              <a:t>Mercado de fichajes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74720"/>
            <a:ext cx="2295821" cy="62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E49"/>
                </a:solidFill>
                <a:latin typeface="Verdana"/>
              </a:defRPr>
            </a:pPr>
            <a:r>
              <a:rPr dirty="0"/>
              <a:t>Un mercado d</a:t>
            </a:r>
            <a:r>
              <a:rPr lang="es-ES" dirty="0" err="1"/>
              <a:t>ó</a:t>
            </a:r>
            <a:r>
              <a:rPr dirty="0" err="1"/>
              <a:t>nde</a:t>
            </a:r>
            <a:r>
              <a:rPr dirty="0"/>
              <a:t> el valor</a:t>
            </a:r>
            <a:endParaRPr lang="es-ES" dirty="0"/>
          </a:p>
          <a:p>
            <a:pPr>
              <a:defRPr sz="1150">
                <a:solidFill>
                  <a:srgbClr val="414E49"/>
                </a:solidFill>
                <a:latin typeface="Verdana"/>
              </a:defRPr>
            </a:pPr>
            <a:r>
              <a:rPr dirty="0" err="1"/>
              <a:t>económico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jugadores</a:t>
            </a:r>
            <a:endParaRPr lang="es-ES" dirty="0"/>
          </a:p>
          <a:p>
            <a:pPr>
              <a:defRPr sz="1150">
                <a:solidFill>
                  <a:srgbClr val="414E49"/>
                </a:solidFill>
                <a:latin typeface="Verdana"/>
              </a:defRPr>
            </a:pPr>
            <a:r>
              <a:rPr dirty="0"/>
              <a:t>cambia </a:t>
            </a:r>
            <a:r>
              <a:rPr dirty="0" err="1"/>
              <a:t>constantemente</a:t>
            </a:r>
            <a:r>
              <a:rPr dirty="0"/>
              <a:t>.</a:t>
            </a:r>
          </a:p>
        </p:txBody>
      </p:sp>
      <p:sp>
        <p:nvSpPr>
          <p:cNvPr id="8" name="Chevron 7"/>
          <p:cNvSpPr/>
          <p:nvPr/>
        </p:nvSpPr>
        <p:spPr>
          <a:xfrm>
            <a:off x="3063239" y="3246120"/>
            <a:ext cx="292608" cy="502920"/>
          </a:xfrm>
          <a:prstGeom prst="chevron">
            <a:avLst/>
          </a:prstGeom>
          <a:solidFill>
            <a:srgbClr val="008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01568" y="2057400"/>
            <a:ext cx="2487168" cy="3154680"/>
          </a:xfrm>
          <a:prstGeom prst="roundRect">
            <a:avLst/>
          </a:prstGeom>
          <a:solidFill>
            <a:srgbClr val="EEF7F3"/>
          </a:solidFill>
          <a:ln w="15240">
            <a:solidFill>
              <a:srgbClr val="BE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4448" y="22585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E7A"/>
                </a:solidFill>
                <a:latin typeface="Verdana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715768"/>
            <a:ext cx="212140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4B40"/>
                </a:solidFill>
                <a:latin typeface="Verdana"/>
              </a:defRPr>
            </a:pPr>
            <a:r>
              <a:t>Valoración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3474720"/>
            <a:ext cx="2422458" cy="62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E49"/>
                </a:solidFill>
                <a:latin typeface="Verdana"/>
              </a:defRPr>
            </a:pPr>
            <a:r>
              <a:rPr dirty="0" err="1"/>
              <a:t>Estimar</a:t>
            </a:r>
            <a:r>
              <a:rPr dirty="0"/>
              <a:t> </a:t>
            </a:r>
            <a:r>
              <a:rPr dirty="0" err="1"/>
              <a:t>cuánto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valer</a:t>
            </a:r>
            <a:endParaRPr lang="es-ES" dirty="0"/>
          </a:p>
          <a:p>
            <a:pPr>
              <a:defRPr sz="1150">
                <a:solidFill>
                  <a:srgbClr val="414E49"/>
                </a:solidFill>
                <a:latin typeface="Verdana"/>
              </a:defRPr>
            </a:pPr>
            <a:r>
              <a:rPr dirty="0"/>
              <a:t>un </a:t>
            </a:r>
            <a:r>
              <a:rPr dirty="0" err="1"/>
              <a:t>futbolista</a:t>
            </a:r>
            <a:r>
              <a:rPr dirty="0"/>
              <a:t> a </a:t>
            </a:r>
            <a:r>
              <a:rPr dirty="0" err="1"/>
              <a:t>partir</a:t>
            </a:r>
            <a:r>
              <a:rPr dirty="0"/>
              <a:t> de sus</a:t>
            </a:r>
            <a:endParaRPr lang="es-ES" dirty="0"/>
          </a:p>
          <a:p>
            <a:pPr>
              <a:defRPr sz="1150">
                <a:solidFill>
                  <a:srgbClr val="414E49"/>
                </a:solidFill>
                <a:latin typeface="Verdana"/>
              </a:defRPr>
            </a:pPr>
            <a:r>
              <a:rPr dirty="0" err="1"/>
              <a:t>características</a:t>
            </a:r>
            <a:r>
              <a:rPr dirty="0"/>
              <a:t> y </a:t>
            </a:r>
            <a:r>
              <a:rPr dirty="0" err="1"/>
              <a:t>rendimiento</a:t>
            </a:r>
            <a:r>
              <a:rPr dirty="0"/>
              <a:t>.</a:t>
            </a:r>
          </a:p>
        </p:txBody>
      </p:sp>
      <p:sp>
        <p:nvSpPr>
          <p:cNvPr id="13" name="Chevron 12"/>
          <p:cNvSpPr/>
          <p:nvPr/>
        </p:nvSpPr>
        <p:spPr>
          <a:xfrm>
            <a:off x="5961888" y="3246120"/>
            <a:ext cx="292608" cy="502920"/>
          </a:xfrm>
          <a:prstGeom prst="chevron">
            <a:avLst/>
          </a:prstGeom>
          <a:solidFill>
            <a:srgbClr val="008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0216" y="2057400"/>
            <a:ext cx="2487168" cy="3154680"/>
          </a:xfrm>
          <a:prstGeom prst="roundRect">
            <a:avLst/>
          </a:prstGeom>
          <a:solidFill>
            <a:srgbClr val="EEF7F3"/>
          </a:solidFill>
          <a:ln w="15240">
            <a:solidFill>
              <a:srgbClr val="BE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22585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E7A"/>
                </a:solidFill>
                <a:latin typeface="Verdana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715768"/>
            <a:ext cx="212140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4B40"/>
                </a:solidFill>
                <a:latin typeface="Verdana"/>
              </a:defRPr>
            </a:pPr>
            <a:r>
              <a:t>Predicción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474720"/>
            <a:ext cx="2299027" cy="62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E49"/>
                </a:solidFill>
                <a:latin typeface="Verdana"/>
              </a:defRPr>
            </a:pPr>
            <a:r>
              <a:rPr dirty="0" err="1"/>
              <a:t>Aplicar</a:t>
            </a:r>
            <a:r>
              <a:rPr dirty="0"/>
              <a:t> Machine Learning </a:t>
            </a:r>
            <a:endParaRPr lang="es-ES" dirty="0"/>
          </a:p>
          <a:p>
            <a:pPr>
              <a:defRPr sz="1150">
                <a:solidFill>
                  <a:srgbClr val="414E49"/>
                </a:solidFill>
                <a:latin typeface="Verdana"/>
              </a:defRPr>
            </a:pPr>
            <a:r>
              <a:rPr dirty="0"/>
              <a:t>para </a:t>
            </a:r>
            <a:r>
              <a:rPr dirty="0" err="1"/>
              <a:t>detectar</a:t>
            </a:r>
            <a:r>
              <a:rPr dirty="0"/>
              <a:t> </a:t>
            </a:r>
            <a:r>
              <a:rPr dirty="0" err="1"/>
              <a:t>patrones</a:t>
            </a:r>
            <a:r>
              <a:rPr dirty="0"/>
              <a:t> y </a:t>
            </a:r>
            <a:endParaRPr lang="es-ES" dirty="0"/>
          </a:p>
          <a:p>
            <a:pPr>
              <a:defRPr sz="1150">
                <a:solidFill>
                  <a:srgbClr val="414E49"/>
                </a:solidFill>
                <a:latin typeface="Verdana"/>
              </a:defRPr>
            </a:pPr>
            <a:r>
              <a:rPr dirty="0" err="1"/>
              <a:t>estimar</a:t>
            </a:r>
            <a:r>
              <a:rPr dirty="0"/>
              <a:t> </a:t>
            </a:r>
            <a:r>
              <a:rPr dirty="0" err="1"/>
              <a:t>valores</a:t>
            </a:r>
            <a:r>
              <a:rPr dirty="0"/>
              <a:t> de mercado.</a:t>
            </a:r>
          </a:p>
        </p:txBody>
      </p:sp>
      <p:sp>
        <p:nvSpPr>
          <p:cNvPr id="18" name="Chevron 17"/>
          <p:cNvSpPr/>
          <p:nvPr/>
        </p:nvSpPr>
        <p:spPr>
          <a:xfrm>
            <a:off x="8860536" y="3246120"/>
            <a:ext cx="292608" cy="502920"/>
          </a:xfrm>
          <a:prstGeom prst="chevron">
            <a:avLst/>
          </a:prstGeom>
          <a:solidFill>
            <a:srgbClr val="008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98864" y="2057400"/>
            <a:ext cx="2487168" cy="3154680"/>
          </a:xfrm>
          <a:prstGeom prst="roundRect">
            <a:avLst/>
          </a:prstGeom>
          <a:solidFill>
            <a:srgbClr val="EEF7F3"/>
          </a:solidFill>
          <a:ln w="15240">
            <a:solidFill>
              <a:srgbClr val="BE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81744" y="22585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E7A"/>
                </a:solidFill>
                <a:latin typeface="Verdana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2715768"/>
            <a:ext cx="212140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4B40"/>
                </a:solidFill>
                <a:latin typeface="Verdana"/>
              </a:defRPr>
            </a:pPr>
            <a:r>
              <a:t>Negocio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3474720"/>
            <a:ext cx="2319866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E49"/>
                </a:solidFill>
                <a:latin typeface="Verdana"/>
              </a:defRPr>
            </a:pP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jugadores</a:t>
            </a:r>
            <a:r>
              <a:rPr dirty="0"/>
              <a:t> </a:t>
            </a:r>
            <a:r>
              <a:rPr dirty="0" err="1"/>
              <a:t>cuyo</a:t>
            </a:r>
            <a:r>
              <a:rPr dirty="0"/>
              <a:t> </a:t>
            </a:r>
            <a:endParaRPr lang="es-ES" dirty="0"/>
          </a:p>
          <a:p>
            <a:pPr>
              <a:defRPr sz="1150">
                <a:solidFill>
                  <a:srgbClr val="414E49"/>
                </a:solidFill>
                <a:latin typeface="Verdana"/>
              </a:defRPr>
            </a:pPr>
            <a:r>
              <a:rPr dirty="0"/>
              <a:t>valor </a:t>
            </a:r>
            <a:r>
              <a:rPr dirty="0" err="1"/>
              <a:t>estimado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diferir</a:t>
            </a:r>
            <a:r>
              <a:rPr dirty="0"/>
              <a:t> </a:t>
            </a:r>
            <a:endParaRPr lang="es-ES" dirty="0"/>
          </a:p>
          <a:p>
            <a:pPr>
              <a:defRPr sz="1150">
                <a:solidFill>
                  <a:srgbClr val="414E49"/>
                </a:solidFill>
                <a:latin typeface="Verdana"/>
              </a:defRPr>
            </a:pPr>
            <a:r>
              <a:rPr dirty="0" err="1"/>
              <a:t>significativamente</a:t>
            </a:r>
            <a:r>
              <a:rPr dirty="0"/>
              <a:t> del </a:t>
            </a:r>
            <a:endParaRPr lang="es-ES" dirty="0"/>
          </a:p>
          <a:p>
            <a:pPr>
              <a:defRPr sz="1150">
                <a:solidFill>
                  <a:srgbClr val="414E49"/>
                </a:solidFill>
                <a:latin typeface="Verdana"/>
              </a:defRPr>
            </a:pPr>
            <a:r>
              <a:rPr dirty="0" err="1"/>
              <a:t>observado</a:t>
            </a:r>
            <a:r>
              <a:rPr dirty="0"/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45B4C"/>
                </a:solidFill>
                <a:latin typeface="Verdana"/>
              </a:defRPr>
            </a:pPr>
            <a:r>
              <a:t>Objetivo: transformar datos deportivos en información útil para apoyar decisiones de scouting y fichajes.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228"/>
    </mc:Choice>
    <mc:Fallback xmlns="">
      <p:transition spd="slow" advTm="3122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5B4C"/>
                </a:solidFill>
                <a:latin typeface="Verdana"/>
              </a:defRPr>
            </a:pPr>
            <a:r>
              <a:t>¿Qué información podemos observar de un futbolista?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5645E"/>
                </a:solidFill>
                <a:latin typeface="Verdana"/>
              </a:defRPr>
            </a:pPr>
            <a:r>
              <a:t>El valor de mercado puede estar relacionado con múltiples dimensiones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1993392" cy="3886200"/>
          </a:xfrm>
          <a:prstGeom prst="roundRect">
            <a:avLst/>
          </a:prstGeom>
          <a:solidFill>
            <a:srgbClr val="EEF7F3"/>
          </a:solidFill>
          <a:ln w="12700">
            <a:solidFill>
              <a:srgbClr val="BE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57784" y="19933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E7A"/>
                </a:solidFill>
                <a:latin typeface="Verdana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2359152"/>
            <a:ext cx="170078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4B40"/>
                </a:solidFill>
                <a:latin typeface="Verdana"/>
              </a:defRPr>
            </a:pPr>
            <a:r>
              <a:t>Rendimiento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3246120"/>
            <a:ext cx="166420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Partidos y minutos</a:t>
            </a:r>
          </a:p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Goles y asistencias</a:t>
            </a:r>
          </a:p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Victorias</a:t>
            </a:r>
          </a:p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Tarjetas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1488" y="1828800"/>
            <a:ext cx="1993392" cy="3886200"/>
          </a:xfrm>
          <a:prstGeom prst="roundRect">
            <a:avLst/>
          </a:prstGeom>
          <a:solidFill>
            <a:srgbClr val="EEF7F3"/>
          </a:solidFill>
          <a:ln w="12700">
            <a:solidFill>
              <a:srgbClr val="BE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07792" y="19933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E7A"/>
                </a:solidFill>
                <a:latin typeface="Verdana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2359152"/>
            <a:ext cx="170078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4B40"/>
                </a:solidFill>
                <a:latin typeface="Verdana"/>
              </a:defRPr>
            </a:pPr>
            <a:r>
              <a:t>Características</a:t>
            </a:r>
            <a:br/>
            <a:r>
              <a:t>personales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46120"/>
            <a:ext cx="166420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Edad</a:t>
            </a:r>
          </a:p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Posición</a:t>
            </a:r>
          </a:p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Subposición</a:t>
            </a:r>
          </a:p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Pie dominante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1496" y="1828800"/>
            <a:ext cx="1993392" cy="3886200"/>
          </a:xfrm>
          <a:prstGeom prst="roundRect">
            <a:avLst/>
          </a:prstGeom>
          <a:solidFill>
            <a:srgbClr val="EEF7F3"/>
          </a:solidFill>
          <a:ln w="12700">
            <a:solidFill>
              <a:srgbClr val="BE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57800" y="19933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E7A"/>
                </a:solidFill>
                <a:latin typeface="Verdana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359152"/>
            <a:ext cx="170078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4B40"/>
                </a:solidFill>
                <a:latin typeface="Verdana"/>
              </a:defRPr>
            </a:pPr>
            <a:r>
              <a:t>Características</a:t>
            </a:r>
            <a:br/>
            <a:r>
              <a:t>del club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3246120"/>
            <a:ext cx="166420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Club actual</a:t>
            </a:r>
          </a:p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Competición</a:t>
            </a:r>
          </a:p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Nivel competitivo</a:t>
            </a:r>
          </a:p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Rendimiento del equipo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61504" y="1828800"/>
            <a:ext cx="1993392" cy="3886200"/>
          </a:xfrm>
          <a:prstGeom prst="roundRect">
            <a:avLst/>
          </a:prstGeom>
          <a:solidFill>
            <a:srgbClr val="EEF7F3"/>
          </a:solidFill>
          <a:ln w="12700">
            <a:solidFill>
              <a:srgbClr val="BE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07808" y="19933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E7A"/>
                </a:solidFill>
                <a:latin typeface="Verdana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359152"/>
            <a:ext cx="170078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4B40"/>
                </a:solidFill>
                <a:latin typeface="Verdana"/>
              </a:defRPr>
            </a:pPr>
            <a:r>
              <a:t>Variables</a:t>
            </a:r>
            <a:br/>
            <a:r>
              <a:t>económicas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3246120"/>
            <a:ext cx="166420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Valor de mercado</a:t>
            </a:r>
          </a:p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Evolución del valor</a:t>
            </a:r>
          </a:p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Transferencias</a:t>
            </a:r>
          </a:p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Valoraciones históricas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1512" y="1828800"/>
            <a:ext cx="1993392" cy="3886200"/>
          </a:xfrm>
          <a:prstGeom prst="roundRect">
            <a:avLst/>
          </a:prstGeom>
          <a:solidFill>
            <a:srgbClr val="EEF7F3"/>
          </a:solidFill>
          <a:ln w="12700">
            <a:solidFill>
              <a:srgbClr val="BE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57816" y="19933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E7A"/>
                </a:solidFill>
                <a:latin typeface="Verdana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7816" y="2359152"/>
            <a:ext cx="170078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4B40"/>
                </a:solidFill>
                <a:latin typeface="Verdana"/>
              </a:defRPr>
            </a:pPr>
            <a:r>
              <a:t>Otras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76104" y="3246120"/>
            <a:ext cx="166420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Temporada</a:t>
            </a:r>
          </a:p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Nacionalidad</a:t>
            </a:r>
          </a:p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Características físicas</a:t>
            </a:r>
          </a:p>
          <a:p>
            <a:pPr>
              <a:spcAft>
                <a:spcPts val="800"/>
              </a:spcAft>
              <a:defRPr sz="1100">
                <a:solidFill>
                  <a:srgbClr val="414E49"/>
                </a:solidFill>
                <a:latin typeface="Verdana"/>
              </a:defRPr>
            </a:pPr>
            <a:r>
              <a:t>• Información contractual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8932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45B4C"/>
                </a:solidFill>
                <a:latin typeface="Verdana"/>
              </a:defRPr>
            </a:pPr>
            <a:r>
              <a:t>Todas estas dimensiones pueden aportar información para explicar y estimar el valor de mercado.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48"/>
    </mc:Choice>
    <mc:Fallback xmlns="">
      <p:transition spd="slow" advTm="1044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45B4C"/>
                </a:solidFill>
                <a:latin typeface="Verdana"/>
              </a:defRPr>
            </a:pPr>
            <a:r>
              <a:t>Distribución del valor de mercado</a:t>
            </a:r>
          </a:p>
        </p:txBody>
      </p:sp>
      <p:pic>
        <p:nvPicPr>
          <p:cNvPr id="3" name="Picture 2" descr="802fe1a4-57bf-443c-9e34-4bed1a6cfd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75857"/>
            <a:ext cx="5570219" cy="3300645"/>
          </a:xfrm>
          <a:prstGeom prst="rect">
            <a:avLst/>
          </a:prstGeom>
        </p:spPr>
      </p:pic>
      <p:pic>
        <p:nvPicPr>
          <p:cNvPr id="4" name="Picture 3" descr="4b3b6eaa-73ea-4f58-ae99-58e3097bf4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299" y="1984289"/>
            <a:ext cx="5570219" cy="34837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833"/>
    </mc:Choice>
    <mc:Fallback xmlns="">
      <p:transition spd="slow" advTm="2083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5B4C"/>
                </a:solidFill>
                <a:latin typeface="Verdana"/>
              </a:defRPr>
            </a:pPr>
            <a:r>
              <a:t>EDA: variables predictivas vs variable objetivo</a:t>
            </a:r>
          </a:p>
        </p:txBody>
      </p:sp>
      <p:pic>
        <p:nvPicPr>
          <p:cNvPr id="4" name="Picture 3" descr="eb4cadf7-9f8e-404e-9aae-77a43ad87c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098" y="914400"/>
            <a:ext cx="4400338" cy="2761488"/>
          </a:xfrm>
          <a:prstGeom prst="rect">
            <a:avLst/>
          </a:prstGeom>
        </p:spPr>
      </p:pic>
      <p:pic>
        <p:nvPicPr>
          <p:cNvPr id="5" name="Picture 4" descr="cc7ca114-5d4c-443e-9aea-3ca5d09c3d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55" y="3840480"/>
            <a:ext cx="4027552" cy="2761488"/>
          </a:xfrm>
          <a:prstGeom prst="rect">
            <a:avLst/>
          </a:prstGeom>
        </p:spPr>
      </p:pic>
      <p:pic>
        <p:nvPicPr>
          <p:cNvPr id="6" name="Picture 5" descr="954b02d3-949d-48f5-b833-dd36fe60d0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486" y="3840480"/>
            <a:ext cx="4495562" cy="2761488"/>
          </a:xfrm>
          <a:prstGeom prst="rect">
            <a:avLst/>
          </a:prstGeom>
        </p:spPr>
      </p:pic>
      <p:pic>
        <p:nvPicPr>
          <p:cNvPr id="7" name="Picture 6" descr="cdf28a9e-30a4-493d-b76a-9a2caaa340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372" y="914400"/>
            <a:ext cx="4532719" cy="2761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66"/>
    </mc:Choice>
    <mc:Fallback xmlns="">
      <p:transition spd="slow" advTm="1336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45B4C"/>
                </a:solidFill>
                <a:latin typeface="Verdana"/>
              </a:defRPr>
            </a:pPr>
            <a:r>
              <a:t>Variables normalizadas por 90 minutos</a:t>
            </a:r>
          </a:p>
        </p:txBody>
      </p:sp>
      <p:pic>
        <p:nvPicPr>
          <p:cNvPr id="3" name="Picture 2" descr="7f63ce24-c6ff-46f5-9f0c-176e861323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7276"/>
            <a:ext cx="5433059" cy="3537806"/>
          </a:xfrm>
          <a:prstGeom prst="rect">
            <a:avLst/>
          </a:prstGeom>
        </p:spPr>
      </p:pic>
      <p:pic>
        <p:nvPicPr>
          <p:cNvPr id="4" name="Picture 3" descr="a45c7890-57cb-479b-9ee1-a58ed5cc1c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019" y="1993943"/>
            <a:ext cx="5433059" cy="34644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63"/>
    </mc:Choice>
    <mc:Fallback xmlns="">
      <p:transition spd="slow" advTm="1606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45B4C"/>
                </a:solidFill>
                <a:latin typeface="Verdana"/>
              </a:defRPr>
            </a:pPr>
            <a:r>
              <a:t>Matriz de correlaciones</a:t>
            </a:r>
          </a:p>
        </p:txBody>
      </p:sp>
      <p:pic>
        <p:nvPicPr>
          <p:cNvPr id="3" name="Picture 2" descr="27907bef-df17-4a3e-8e90-228a686057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236" y="960119"/>
            <a:ext cx="6677526" cy="571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36"/>
    </mc:Choice>
    <mc:Fallback xmlns="">
      <p:transition spd="slow" advTm="173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45B4C"/>
                </a:solidFill>
                <a:latin typeface="Verdana"/>
              </a:defRPr>
            </a:pPr>
            <a:r>
              <a:t>Distribución logarítmica del valor de mercado</a:t>
            </a:r>
          </a:p>
        </p:txBody>
      </p:sp>
      <p:pic>
        <p:nvPicPr>
          <p:cNvPr id="3" name="Picture 2" descr="16045f2a-6627-437f-a18a-73b54802db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199" y="1005840"/>
            <a:ext cx="8837600" cy="5394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95"/>
    </mc:Choice>
    <mc:Fallback xmlns="">
      <p:transition spd="slow" advTm="1149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45B4C"/>
                </a:solidFill>
                <a:latin typeface="Verdana"/>
              </a:defRPr>
            </a:pPr>
            <a:r>
              <a:t>Modelado: creación del conjunto de entrenamiento y de test y tratamiento de variables</a:t>
            </a:r>
          </a:p>
        </p:txBody>
      </p:sp>
      <p:pic>
        <p:nvPicPr>
          <p:cNvPr id="3" name="Picture 2" descr="c30e646d-927a-497d-bb2b-30972a7ec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567688"/>
            <a:ext cx="3710431" cy="4481575"/>
          </a:xfrm>
          <a:prstGeom prst="rect">
            <a:avLst/>
          </a:prstGeom>
        </p:spPr>
      </p:pic>
      <p:pic>
        <p:nvPicPr>
          <p:cNvPr id="4" name="Picture 3" descr="2b80984d-e89b-4ccf-8277-708554c60b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783" y="2966305"/>
            <a:ext cx="3710431" cy="1684340"/>
          </a:xfrm>
          <a:prstGeom prst="rect">
            <a:avLst/>
          </a:prstGeom>
        </p:spPr>
      </p:pic>
      <p:pic>
        <p:nvPicPr>
          <p:cNvPr id="5" name="Picture 4" descr="addc69be-ff66-43bd-9adc-621a20e00a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095" y="2497825"/>
            <a:ext cx="3710431" cy="2621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100"/>
    </mc:Choice>
    <mc:Fallback xmlns="">
      <p:transition spd="slow" advTm="281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45B4C"/>
                </a:solidFill>
                <a:latin typeface="Verdana"/>
              </a:defRPr>
            </a:pPr>
            <a:r>
              <a:t>Comparación final de modelos</a:t>
            </a:r>
          </a:p>
        </p:txBody>
      </p:sp>
      <p:pic>
        <p:nvPicPr>
          <p:cNvPr id="3" name="Picture 2" descr="8f7e9823-65c9-4a09-bd39-bdd5469b8f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59" y="1873829"/>
            <a:ext cx="10698480" cy="36132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1722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5645E"/>
                </a:solidFill>
                <a:latin typeface="Verdana"/>
              </a:defRPr>
            </a:pPr>
            <a:r>
              <a:t>Evaluación temporal: entrenamiento 2012–2022 · test 2023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46"/>
    </mc:Choice>
    <mc:Fallback xmlns="">
      <p:transition spd="slow" advTm="1784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45B4C"/>
                </a:solidFill>
                <a:latin typeface="Verdana"/>
              </a:defRPr>
            </a:pPr>
            <a:r>
              <a:t>Análisis de XGBoost</a:t>
            </a:r>
          </a:p>
        </p:txBody>
      </p:sp>
      <p:pic>
        <p:nvPicPr>
          <p:cNvPr id="3" name="Picture 2" descr="51edebd9-8dbd-4dae-8b71-022a79040c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60951"/>
            <a:ext cx="5547359" cy="3576177"/>
          </a:xfrm>
          <a:prstGeom prst="rect">
            <a:avLst/>
          </a:prstGeom>
        </p:spPr>
      </p:pic>
      <p:pic>
        <p:nvPicPr>
          <p:cNvPr id="4" name="Picture 3" descr="60d5d452-1be3-499c-b217-fa0de0cde6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159" y="2287235"/>
            <a:ext cx="5547359" cy="2923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30"/>
    </mc:Choice>
    <mc:Fallback xmlns="">
      <p:transition spd="slow" advTm="2323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45B4C"/>
                </a:solidFill>
                <a:latin typeface="Verdana"/>
              </a:defRPr>
            </a:pPr>
            <a:r>
              <a:t>XGBoost sin wins</a:t>
            </a:r>
          </a:p>
        </p:txBody>
      </p:sp>
      <p:pic>
        <p:nvPicPr>
          <p:cNvPr id="3" name="Picture 2" descr="d55d5ce4-4a30-48ce-8ba1-cd473b25df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967" y="1051560"/>
            <a:ext cx="4718064" cy="5394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521"/>
    </mc:Choice>
    <mc:Fallback xmlns="">
      <p:transition spd="slow" advTm="2652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45B4C"/>
                </a:solidFill>
                <a:latin typeface="Verdana"/>
              </a:defRPr>
            </a:pPr>
            <a:r>
              <a:t>Identificación de activos potencialmente infravalorados</a:t>
            </a:r>
          </a:p>
        </p:txBody>
      </p:sp>
      <p:pic>
        <p:nvPicPr>
          <p:cNvPr id="3" name="Picture 2" descr="2c975883-0df7-4d16-9094-f1fadd5eeb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08816"/>
            <a:ext cx="5615939" cy="4126167"/>
          </a:xfrm>
          <a:prstGeom prst="rect">
            <a:avLst/>
          </a:prstGeom>
        </p:spPr>
      </p:pic>
      <p:pic>
        <p:nvPicPr>
          <p:cNvPr id="4" name="Picture 3" descr="920b06bc-e77a-4516-83de-6dbb52dfd1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299" y="3000711"/>
            <a:ext cx="5615939" cy="15423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037"/>
    </mc:Choice>
    <mc:Fallback xmlns="">
      <p:transition spd="slow" advTm="24037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45B4C"/>
                </a:solidFill>
                <a:latin typeface="Verdana"/>
              </a:defRPr>
            </a:pPr>
            <a:r>
              <a:t>Análisis retrospectivo</a:t>
            </a:r>
          </a:p>
        </p:txBody>
      </p:sp>
      <p:pic>
        <p:nvPicPr>
          <p:cNvPr id="3" name="Picture 2" descr="8ca9ea95-696a-406c-98db-da43e80c1d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39" y="2319903"/>
            <a:ext cx="9875520" cy="22181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80644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5645E"/>
                </a:solidFill>
                <a:latin typeface="Verdana"/>
              </a:defRPr>
            </a:pPr>
            <a:r>
              <a:t>Validación sobre 30 candidatos: 10 con mayor gap, 10 intermedios y 10 con menor gap.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83"/>
    </mc:Choice>
    <mc:Fallback xmlns="">
      <p:transition spd="slow" advTm="1298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5B4C"/>
                </a:solidFill>
                <a:latin typeface="Verdana"/>
              </a:defRPr>
            </a:pPr>
            <a:r>
              <a:t>Puesta en producción mediante una app sencilla</a:t>
            </a:r>
          </a:p>
        </p:txBody>
      </p:sp>
      <p:pic>
        <p:nvPicPr>
          <p:cNvPr id="3" name="Picture 2" descr="9d027d65-cf16-48e1-b750-47f4e35a12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97280"/>
            <a:ext cx="3229494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97880" y="141732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145B4C"/>
                </a:solidFill>
                <a:latin typeface="Verdana"/>
              </a:defRPr>
            </a:pPr>
            <a:r>
              <a:t>Entrada</a:t>
            </a:r>
          </a:p>
          <a:p>
            <a:pPr>
              <a:spcAft>
                <a:spcPts val="1500"/>
              </a:spcAft>
              <a:defRPr sz="1250">
                <a:solidFill>
                  <a:srgbClr val="414E49"/>
                </a:solidFill>
                <a:latin typeface="Verdana"/>
              </a:defRPr>
            </a:pPr>
            <a:r>
              <a:t>El usuario introduce las características del futbolista.</a:t>
            </a:r>
          </a:p>
          <a:p>
            <a:pPr>
              <a:spcAft>
                <a:spcPts val="200"/>
              </a:spcAft>
              <a:defRPr sz="1700" b="1">
                <a:solidFill>
                  <a:srgbClr val="145B4C"/>
                </a:solidFill>
                <a:latin typeface="Verdana"/>
              </a:defRPr>
            </a:pPr>
            <a:r>
              <a:t>Modelo</a:t>
            </a:r>
          </a:p>
          <a:p>
            <a:pPr>
              <a:spcAft>
                <a:spcPts val="1500"/>
              </a:spcAft>
              <a:defRPr sz="1250">
                <a:solidFill>
                  <a:srgbClr val="414E49"/>
                </a:solidFill>
                <a:latin typeface="Verdana"/>
              </a:defRPr>
            </a:pPr>
            <a:r>
              <a:t>La aplicación utiliza el modelo XGBoost entrenado.</a:t>
            </a:r>
          </a:p>
          <a:p>
            <a:pPr>
              <a:spcAft>
                <a:spcPts val="200"/>
              </a:spcAft>
              <a:defRPr sz="1700" b="1">
                <a:solidFill>
                  <a:srgbClr val="145B4C"/>
                </a:solidFill>
                <a:latin typeface="Verdana"/>
              </a:defRPr>
            </a:pPr>
            <a:r>
              <a:t>Predicción</a:t>
            </a:r>
          </a:p>
          <a:p>
            <a:pPr>
              <a:spcAft>
                <a:spcPts val="1500"/>
              </a:spcAft>
              <a:defRPr sz="1250">
                <a:solidFill>
                  <a:srgbClr val="414E49"/>
                </a:solidFill>
                <a:latin typeface="Verdana"/>
              </a:defRPr>
            </a:pPr>
            <a:r>
              <a:t>El sistema devuelve automáticamente un valor de mercado estimado.</a:t>
            </a:r>
          </a:p>
          <a:p>
            <a:pPr>
              <a:spcAft>
                <a:spcPts val="200"/>
              </a:spcAft>
              <a:defRPr sz="1700" b="1">
                <a:solidFill>
                  <a:srgbClr val="145B4C"/>
                </a:solidFill>
                <a:latin typeface="Verdana"/>
              </a:defRPr>
            </a:pPr>
            <a:r>
              <a:t>Objetivo</a:t>
            </a:r>
          </a:p>
          <a:p>
            <a:pPr>
              <a:spcAft>
                <a:spcPts val="1500"/>
              </a:spcAft>
              <a:defRPr sz="1250">
                <a:solidFill>
                  <a:srgbClr val="414E49"/>
                </a:solidFill>
                <a:latin typeface="Verdana"/>
              </a:defRPr>
            </a:pPr>
            <a:r>
              <a:t>Facilitar el uso del modelo como herramienta de apoyo al scouting.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895"/>
    </mc:Choice>
    <mc:Fallback xmlns="">
      <p:transition spd="slow" advTm="4189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</Words>
  <Application>Microsoft Office PowerPoint</Application>
  <PresentationFormat>Panorámica</PresentationFormat>
  <Paragraphs>79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Alvaro Rodriguez</cp:lastModifiedBy>
  <cp:revision>2</cp:revision>
  <dcterms:created xsi:type="dcterms:W3CDTF">2013-01-27T09:14:16Z</dcterms:created>
  <dcterms:modified xsi:type="dcterms:W3CDTF">2026-09-19T20:20:31Z</dcterms:modified>
  <cp:category/>
</cp:coreProperties>
</file>